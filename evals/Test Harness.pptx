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47D8-6DF9-3C57-592C-159C7EAB9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07BF9-378B-6C13-B709-7B2933F6D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0065D-AD7F-89E8-7D36-090D7823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5140-9A9E-8A79-A6BD-683E7EBC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CAE93-9929-8C91-85B7-8F701B05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5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9C81-BEE3-5707-07BC-58501810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C393-7267-86B1-8C15-B6446A64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314C-A847-692B-D29A-10EAAF4B1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E20C6-6042-8E5C-45BF-2CD0CE04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85745-FFB8-D36B-3502-0E2F3F7A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088C-E62A-819B-1EC0-DA203674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F4A88-41FA-9AED-D9DA-5E845875C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E2E86-584E-D615-CCE5-95F30A8F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968E4-ABB4-B741-EDA2-901FC66F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ED8F1-ADB1-4E9F-83C0-B161FC95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8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55EA-C454-2AC2-6336-D6FFD7FC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95FE-7C27-3BF8-3872-F4308709D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3AFF1-E776-AA3A-B14F-6EE882C20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2E791-7299-F40A-D9CD-196C96FC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5811F-8E07-A65C-4345-6C692BFD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B07FE-4690-5C57-DF3B-F7DFD501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0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A2CC-2B91-2F14-AC13-485C7876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B1CB-56E5-0819-76E6-82F93E027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D573F-6AC1-6DA4-A319-CB37F4399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88DF5-E06D-5743-04CE-D841CAF98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2B36D-847D-202C-8E75-44EF8412C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6232E-ED08-A327-4A9F-48C046602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1D41F-241B-6953-F1E3-A2F07BE6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B6212-4BC5-E56F-997F-8173B2DC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9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3ED5-6C23-B692-C6DB-80F0D8F9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9B1A6-315E-708E-84F1-2FA12D9C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4CE70-0547-4B13-3F88-F3297C8A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F8280-B645-E408-522D-FC04BFD0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9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B86CB-284F-8A20-3587-588AE7E6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31C63-6929-6EE9-384D-C7ED3760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D5712-B867-7D97-CAB3-D7D594EE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8191-9250-EFE2-864A-060586FB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9581-3D64-495C-B755-285F96B6F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4FFDE-544F-A16E-6874-E8ECF82CF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E5657-D39E-5CA1-3961-12BFA576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6ACF8-3C33-761D-CC77-6515003F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B8230-4DCA-C940-DF0D-AE1C6CBC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9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2EC4-BAFB-304C-ACFF-A582390A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AE08E-C5D1-8116-3EEF-582D2CE4D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C4AEB-DD43-8221-B687-0BF41C3DE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3F6AD-588D-4B5E-D70B-EBA06AC8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BAF02-2DBB-87BE-64BE-4D6C4C31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F60C4-4A7F-CA66-39F8-373229AD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3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7474-B901-D26E-8A98-A0C9274E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F4218-3C09-40AB-63B7-9B246C9CD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434F-06EB-3E8E-E5F2-47E97BA6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2D68B-9950-CF76-9B69-2037A628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4481D-ACA8-0927-49E0-6CD033E4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1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87C4A-C75E-4268-DEA2-F8AD08E76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5E34E-BC82-F3FC-0052-01C4E7C64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5225-0361-7AD7-C0F1-65589A54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75E9-1368-191E-D505-1B345228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AC22-6841-76D2-5F6F-1F3A3A3C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3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50999-1A0C-75C2-BE41-1EC242C1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9A1E5-0148-CEA9-9BB1-2F99F2248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797BE-1B6C-9383-AB36-984802C11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6880B-3DD8-4C30-90BC-7FAD742B11A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5700A-0218-782A-2EFB-B88A38656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E2E14-8A45-C1DB-F6B9-CE0FA1887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5E4AD-F11A-42E4-A01E-79FC2AE3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0643-8DBA-12C1-8D5C-A36ED1194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Harness / Evals Tool(s)</a:t>
            </a:r>
            <a:br>
              <a:rPr lang="en-US" dirty="0"/>
            </a:br>
            <a:r>
              <a:rPr lang="en-US" dirty="0"/>
              <a:t> </a:t>
            </a:r>
            <a:r>
              <a:rPr lang="en-US" sz="4400" i="1" dirty="0"/>
              <a:t>Options Considered</a:t>
            </a:r>
            <a:endParaRPr lang="en-US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115C9-52F4-6174-7115-09AC886249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Regression-safe evaluation across all stage -  parsing, chunking, embedding &amp; indexing, retrieval and generative-prompt changes</a:t>
            </a:r>
          </a:p>
        </p:txBody>
      </p:sp>
    </p:spTree>
    <p:extLst>
      <p:ext uri="{BB962C8B-B14F-4D97-AF65-F5344CB8AC3E}">
        <p14:creationId xmlns:p14="http://schemas.microsoft.com/office/powerpoint/2010/main" val="163220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58665-FBFA-C60E-0024-E827C2DF0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96" y="777240"/>
            <a:ext cx="10994136" cy="47548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Any changes to the system – parsing, chunking, indexing, retrieval knobs, or prompts, we need a fast and repeatable way to validate that:</a:t>
            </a:r>
          </a:p>
          <a:p>
            <a:pPr lvl="1"/>
            <a:r>
              <a:rPr lang="en-US" dirty="0"/>
              <a:t>Evaluating Target failing case:  continues to fails  or we see improved response.</a:t>
            </a:r>
          </a:p>
          <a:p>
            <a:pPr lvl="1"/>
            <a:r>
              <a:rPr lang="en-US" dirty="0"/>
              <a:t>Evaluating Existing case: Other ESN issues do not regress.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Build a Test Harness / Eval Tool that can:</a:t>
            </a:r>
          </a:p>
          <a:p>
            <a:pPr lvl="1"/>
            <a:r>
              <a:rPr lang="en-US" dirty="0"/>
              <a:t>Be lightweight and easy to run for quick experiments.</a:t>
            </a:r>
          </a:p>
          <a:p>
            <a:pPr lvl="1"/>
            <a:r>
              <a:rPr lang="en-US" dirty="0"/>
              <a:t>Support SME and DS experimentation on data and retrieval settings.</a:t>
            </a:r>
          </a:p>
          <a:p>
            <a:pPr lvl="1"/>
            <a:r>
              <a:rPr lang="en-US" dirty="0"/>
              <a:t>Validate at larger scale beyond a few manual probes.</a:t>
            </a:r>
          </a:p>
          <a:p>
            <a:pPr lvl="1"/>
            <a:r>
              <a:rPr lang="en-US" dirty="0"/>
              <a:t>Run scheduled or trigger-based checks, not just one-off runs.</a:t>
            </a:r>
          </a:p>
          <a:p>
            <a:pPr lvl="1"/>
            <a:r>
              <a:rPr lang="en-US" dirty="0"/>
              <a:t>Log comparable results over time (run-to-run, version-to-version).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sz="2500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00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869A-5192-CF25-63D9-8EA7389A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8F3F-8CA1-8E13-D38D-DB074EA7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18821"/>
            <a:ext cx="10683240" cy="576707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Segoe WPC"/>
              </a:rPr>
              <a:t> </a:t>
            </a:r>
            <a:r>
              <a:rPr lang="en-US" sz="2600" b="1" dirty="0">
                <a:latin typeface="+mn-lt"/>
                <a:ea typeface="+mn-ea"/>
                <a:cs typeface="+mn-cs"/>
              </a:rPr>
              <a:t>Eval Techniques /Tools Experimented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4BCFA1-0313-E7DE-4B8E-5BFFFF7C5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43866"/>
              </p:ext>
            </p:extLst>
          </p:nvPr>
        </p:nvGraphicFramePr>
        <p:xfrm>
          <a:off x="539496" y="1316736"/>
          <a:ext cx="10820401" cy="4873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515">
                  <a:extLst>
                    <a:ext uri="{9D8B030D-6E8A-4147-A177-3AD203B41FA5}">
                      <a16:colId xmlns:a16="http://schemas.microsoft.com/office/drawing/2014/main" val="630688416"/>
                    </a:ext>
                  </a:extLst>
                </a:gridCol>
                <a:gridCol w="1701834">
                  <a:extLst>
                    <a:ext uri="{9D8B030D-6E8A-4147-A177-3AD203B41FA5}">
                      <a16:colId xmlns:a16="http://schemas.microsoft.com/office/drawing/2014/main" val="1096572797"/>
                    </a:ext>
                  </a:extLst>
                </a:gridCol>
                <a:gridCol w="2421873">
                  <a:extLst>
                    <a:ext uri="{9D8B030D-6E8A-4147-A177-3AD203B41FA5}">
                      <a16:colId xmlns:a16="http://schemas.microsoft.com/office/drawing/2014/main" val="4119483928"/>
                    </a:ext>
                  </a:extLst>
                </a:gridCol>
                <a:gridCol w="6300179">
                  <a:extLst>
                    <a:ext uri="{9D8B030D-6E8A-4147-A177-3AD203B41FA5}">
                      <a16:colId xmlns:a16="http://schemas.microsoft.com/office/drawing/2014/main" val="755362561"/>
                    </a:ext>
                  </a:extLst>
                </a:gridCol>
              </a:tblGrid>
              <a:tr h="440948">
                <a:tc>
                  <a:txBody>
                    <a:bodyPr/>
                    <a:lstStyle/>
                    <a:p>
                      <a:r>
                        <a:rPr lang="en-US" sz="16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Eval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Pros and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205027"/>
                  </a:ext>
                </a:extLst>
              </a:tr>
              <a:tr h="2193420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Databricks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MLflow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Evaluators (batch jobs)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Scheduled/Ad-hoc runs to   check for regression on medium or 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Pros: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Lightweight setup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 run-to-run comparison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for scheduled/ ad-hoc checks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Limitation: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Offline style check, not full live endpoint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320554"/>
                  </a:ext>
                </a:extLst>
              </a:tr>
              <a:tr h="2239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sdg-autotest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End-to-end checks on real production agent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Pros: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the real end-to-end agent flow (closest to production behavior).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A/B/C testing + SME scoring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for investigating specific failure cases in depth.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b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Limitation: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Heavier/slower than lightweight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MLflow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758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50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59D541-8CB6-6E40-B00C-64C22DEC0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76647"/>
              </p:ext>
            </p:extLst>
          </p:nvPr>
        </p:nvGraphicFramePr>
        <p:xfrm>
          <a:off x="594360" y="580783"/>
          <a:ext cx="10757028" cy="5265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806">
                  <a:extLst>
                    <a:ext uri="{9D8B030D-6E8A-4147-A177-3AD203B41FA5}">
                      <a16:colId xmlns:a16="http://schemas.microsoft.com/office/drawing/2014/main" val="4237443323"/>
                    </a:ext>
                  </a:extLst>
                </a:gridCol>
                <a:gridCol w="2799317">
                  <a:extLst>
                    <a:ext uri="{9D8B030D-6E8A-4147-A177-3AD203B41FA5}">
                      <a16:colId xmlns:a16="http://schemas.microsoft.com/office/drawing/2014/main" val="1635018055"/>
                    </a:ext>
                  </a:extLst>
                </a:gridCol>
                <a:gridCol w="3646284">
                  <a:extLst>
                    <a:ext uri="{9D8B030D-6E8A-4147-A177-3AD203B41FA5}">
                      <a16:colId xmlns:a16="http://schemas.microsoft.com/office/drawing/2014/main" val="3851028970"/>
                    </a:ext>
                  </a:extLst>
                </a:gridCol>
                <a:gridCol w="3757621">
                  <a:extLst>
                    <a:ext uri="{9D8B030D-6E8A-4147-A177-3AD203B41FA5}">
                      <a16:colId xmlns:a16="http://schemas.microsoft.com/office/drawing/2014/main" val="1670359918"/>
                    </a:ext>
                  </a:extLst>
                </a:gridCol>
              </a:tblGrid>
              <a:tr h="483345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Case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we need to 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264482"/>
                  </a:ext>
                </a:extLst>
              </a:tr>
              <a:tr h="9649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 checks after agent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Did this change improve target cases without breaking others?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MLflow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Evaluators (primary, broad sweep)</a:t>
                      </a:r>
                    </a:p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sdg-autotest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(secondary, confirm end-to-end behavior)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734793"/>
                  </a:ext>
                </a:extLst>
              </a:tr>
              <a:tr h="110478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Self-serve heatmap experimentation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SME changes heatmap inputs, is before vs after better?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MLflow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tracking (for run comparison history)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227996"/>
                  </a:ext>
                </a:extLst>
              </a:tr>
              <a:tr h="12997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Golden dataset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we improving against SME-backed ground truth over time?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MLflow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Evaluators (primary, periodic and scalable)</a:t>
                      </a:r>
                    </a:p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sdg-autotest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(secondary, deeper prompt-level review when needed)</a:t>
                      </a:r>
                    </a:p>
                    <a:p>
                      <a:pPr marL="0" algn="l" defTabSz="914400" rtl="0" eaLnBrk="1" latinLnBrk="0" hangingPunct="1"/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285963"/>
                  </a:ext>
                </a:extLst>
              </a:tr>
              <a:tr h="12997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Rapid prototyping of new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this new approach promising enough to continue?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MLflow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lightweight loop (primary, fast iteration)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1852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23EC47A-5EDC-B6CE-4840-1BEF6263E9AB}"/>
              </a:ext>
            </a:extLst>
          </p:cNvPr>
          <p:cNvSpPr txBox="1"/>
          <p:nvPr/>
        </p:nvSpPr>
        <p:spPr>
          <a:xfrm>
            <a:off x="1024128" y="6019645"/>
            <a:ext cx="9491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Decision rule: </a:t>
            </a:r>
            <a:r>
              <a:rPr lang="en-US" dirty="0"/>
              <a:t>Use </a:t>
            </a:r>
            <a:r>
              <a:rPr lang="en-US" dirty="0" err="1"/>
              <a:t>MLflow</a:t>
            </a:r>
            <a:r>
              <a:rPr lang="en-US" dirty="0"/>
              <a:t> for scale and periodic checks, and </a:t>
            </a:r>
            <a:r>
              <a:rPr lang="en-US" dirty="0" err="1"/>
              <a:t>sdg-autotest</a:t>
            </a:r>
            <a:r>
              <a:rPr lang="en-US" dirty="0"/>
              <a:t> for closest-to-production end-to-end validation</a:t>
            </a:r>
          </a:p>
        </p:txBody>
      </p:sp>
    </p:spTree>
    <p:extLst>
      <p:ext uri="{BB962C8B-B14F-4D97-AF65-F5344CB8AC3E}">
        <p14:creationId xmlns:p14="http://schemas.microsoft.com/office/powerpoint/2010/main" val="355544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402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WPC</vt:lpstr>
      <vt:lpstr>Office Theme</vt:lpstr>
      <vt:lpstr>Test Harness / Evals Tool(s)  Options Considered</vt:lpstr>
      <vt:lpstr>PowerPoint Presentation</vt:lpstr>
      <vt:lpstr> Eval Techniques /Tools Experimented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Saxena, Madhurima (GE Vernova, consultant)</dc:creator>
  <cp:lastModifiedBy>Saxena, Madhurima (GE Vernova, consultant)</cp:lastModifiedBy>
  <cp:revision>6</cp:revision>
  <dcterms:created xsi:type="dcterms:W3CDTF">2026-07-02T01:29:18Z</dcterms:created>
  <dcterms:modified xsi:type="dcterms:W3CDTF">2026-07-02T06:19:17Z</dcterms:modified>
</cp:coreProperties>
</file>