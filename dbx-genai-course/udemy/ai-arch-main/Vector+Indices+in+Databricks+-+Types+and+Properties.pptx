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3B279A-FE16-4208-97D3-CFFE235A38E9}" v="10" dt="2026-01-13T18:53:09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ljot bakshi" userId="e18f591f5991c12c" providerId="LiveId" clId="{848BE52E-FEF7-44CF-B8AB-7264220E5FAA}"/>
    <pc:docChg chg="undo custSel addSld modSld">
      <pc:chgData name="kuljot bakshi" userId="e18f591f5991c12c" providerId="LiveId" clId="{848BE52E-FEF7-44CF-B8AB-7264220E5FAA}" dt="2026-01-13T19:01:03.221" v="118" actId="478"/>
      <pc:docMkLst>
        <pc:docMk/>
      </pc:docMkLst>
      <pc:sldChg chg="addSp delSp modSp new mod">
        <pc:chgData name="kuljot bakshi" userId="e18f591f5991c12c" providerId="LiveId" clId="{848BE52E-FEF7-44CF-B8AB-7264220E5FAA}" dt="2026-01-13T18:49:02.957" v="62" actId="1076"/>
        <pc:sldMkLst>
          <pc:docMk/>
          <pc:sldMk cId="3536173485" sldId="258"/>
        </pc:sldMkLst>
        <pc:spChg chg="mod">
          <ac:chgData name="kuljot bakshi" userId="e18f591f5991c12c" providerId="LiveId" clId="{848BE52E-FEF7-44CF-B8AB-7264220E5FAA}" dt="2026-01-13T18:48:24.347" v="48" actId="1076"/>
          <ac:spMkLst>
            <pc:docMk/>
            <pc:sldMk cId="3536173485" sldId="258"/>
            <ac:spMk id="2" creationId="{0F7E1F77-1EAB-BE76-C7FD-2BA4973B9059}"/>
          </ac:spMkLst>
        </pc:spChg>
        <pc:spChg chg="del">
          <ac:chgData name="kuljot bakshi" userId="e18f591f5991c12c" providerId="LiveId" clId="{848BE52E-FEF7-44CF-B8AB-7264220E5FAA}" dt="2026-01-13T18:48:27.953" v="49"/>
          <ac:spMkLst>
            <pc:docMk/>
            <pc:sldMk cId="3536173485" sldId="258"/>
            <ac:spMk id="3" creationId="{6DBC6298-946F-C5DE-3E21-E16EDDE79A89}"/>
          </ac:spMkLst>
        </pc:spChg>
        <pc:spChg chg="add mod">
          <ac:chgData name="kuljot bakshi" userId="e18f591f5991c12c" providerId="LiveId" clId="{848BE52E-FEF7-44CF-B8AB-7264220E5FAA}" dt="2026-01-13T18:49:02.957" v="62" actId="1076"/>
          <ac:spMkLst>
            <pc:docMk/>
            <pc:sldMk cId="3536173485" sldId="258"/>
            <ac:spMk id="5" creationId="{69E9271C-1582-6D01-75BF-EF83C2649131}"/>
          </ac:spMkLst>
        </pc:spChg>
        <pc:picChg chg="add mod">
          <ac:chgData name="kuljot bakshi" userId="e18f591f5991c12c" providerId="LiveId" clId="{848BE52E-FEF7-44CF-B8AB-7264220E5FAA}" dt="2026-01-13T18:48:41.684" v="55" actId="1076"/>
          <ac:picMkLst>
            <pc:docMk/>
            <pc:sldMk cId="3536173485" sldId="258"/>
            <ac:picMk id="3074" creationId="{6FE594D6-2725-AAAD-0887-FB3030178EFC}"/>
          </ac:picMkLst>
        </pc:picChg>
      </pc:sldChg>
      <pc:sldChg chg="addSp delSp modSp new mod">
        <pc:chgData name="kuljot bakshi" userId="e18f591f5991c12c" providerId="LiveId" clId="{848BE52E-FEF7-44CF-B8AB-7264220E5FAA}" dt="2026-01-13T18:53:38.732" v="107" actId="1076"/>
        <pc:sldMkLst>
          <pc:docMk/>
          <pc:sldMk cId="3907522206" sldId="259"/>
        </pc:sldMkLst>
        <pc:spChg chg="mod">
          <ac:chgData name="kuljot bakshi" userId="e18f591f5991c12c" providerId="LiveId" clId="{848BE52E-FEF7-44CF-B8AB-7264220E5FAA}" dt="2026-01-13T18:53:14.683" v="101" actId="1076"/>
          <ac:spMkLst>
            <pc:docMk/>
            <pc:sldMk cId="3907522206" sldId="259"/>
            <ac:spMk id="2" creationId="{9DF9BE54-666E-EC56-8A72-2AFD2827D3F8}"/>
          </ac:spMkLst>
        </pc:spChg>
        <pc:spChg chg="del">
          <ac:chgData name="kuljot bakshi" userId="e18f591f5991c12c" providerId="LiveId" clId="{848BE52E-FEF7-44CF-B8AB-7264220E5FAA}" dt="2026-01-13T18:52:52.760" v="64"/>
          <ac:spMkLst>
            <pc:docMk/>
            <pc:sldMk cId="3907522206" sldId="259"/>
            <ac:spMk id="3" creationId="{3B592A35-3B98-DA90-72D1-85A10A2D3093}"/>
          </ac:spMkLst>
        </pc:spChg>
        <pc:spChg chg="add mod">
          <ac:chgData name="kuljot bakshi" userId="e18f591f5991c12c" providerId="LiveId" clId="{848BE52E-FEF7-44CF-B8AB-7264220E5FAA}" dt="2026-01-13T18:53:38.732" v="107" actId="1076"/>
          <ac:spMkLst>
            <pc:docMk/>
            <pc:sldMk cId="3907522206" sldId="259"/>
            <ac:spMk id="5" creationId="{29C6C9CD-307E-E3E3-AA2B-CC84CCC006A3}"/>
          </ac:spMkLst>
        </pc:spChg>
        <pc:picChg chg="add mod">
          <ac:chgData name="kuljot bakshi" userId="e18f591f5991c12c" providerId="LiveId" clId="{848BE52E-FEF7-44CF-B8AB-7264220E5FAA}" dt="2026-01-13T18:53:09.483" v="100" actId="1076"/>
          <ac:picMkLst>
            <pc:docMk/>
            <pc:sldMk cId="3907522206" sldId="259"/>
            <ac:picMk id="4098" creationId="{B9AF5822-D882-AE0C-AB02-969629A820EF}"/>
          </ac:picMkLst>
        </pc:picChg>
      </pc:sldChg>
      <pc:sldChg chg="addSp delSp modSp new mod">
        <pc:chgData name="kuljot bakshi" userId="e18f591f5991c12c" providerId="LiveId" clId="{848BE52E-FEF7-44CF-B8AB-7264220E5FAA}" dt="2026-01-13T19:01:03.221" v="118" actId="478"/>
        <pc:sldMkLst>
          <pc:docMk/>
          <pc:sldMk cId="520479885" sldId="260"/>
        </pc:sldMkLst>
        <pc:spChg chg="del">
          <ac:chgData name="kuljot bakshi" userId="e18f591f5991c12c" providerId="LiveId" clId="{848BE52E-FEF7-44CF-B8AB-7264220E5FAA}" dt="2026-01-13T18:54:35.105" v="110" actId="478"/>
          <ac:spMkLst>
            <pc:docMk/>
            <pc:sldMk cId="520479885" sldId="260"/>
            <ac:spMk id="2" creationId="{8A330B73-559D-A33F-0D6F-364E8FD750B2}"/>
          </ac:spMkLst>
        </pc:spChg>
        <pc:spChg chg="del">
          <ac:chgData name="kuljot bakshi" userId="e18f591f5991c12c" providerId="LiveId" clId="{848BE52E-FEF7-44CF-B8AB-7264220E5FAA}" dt="2026-01-13T18:54:32.881" v="109" actId="22"/>
          <ac:spMkLst>
            <pc:docMk/>
            <pc:sldMk cId="520479885" sldId="260"/>
            <ac:spMk id="3" creationId="{CEED2829-0E0F-4BCC-52EC-A9282B244A88}"/>
          </ac:spMkLst>
        </pc:spChg>
        <pc:spChg chg="add del mod">
          <ac:chgData name="kuljot bakshi" userId="e18f591f5991c12c" providerId="LiveId" clId="{848BE52E-FEF7-44CF-B8AB-7264220E5FAA}" dt="2026-01-13T19:01:03.221" v="118" actId="478"/>
          <ac:spMkLst>
            <pc:docMk/>
            <pc:sldMk cId="520479885" sldId="260"/>
            <ac:spMk id="7" creationId="{7F6B5CEC-4AA9-1C52-FA79-2D4322A0883F}"/>
          </ac:spMkLst>
        </pc:spChg>
        <pc:picChg chg="add del mod ord">
          <ac:chgData name="kuljot bakshi" userId="e18f591f5991c12c" providerId="LiveId" clId="{848BE52E-FEF7-44CF-B8AB-7264220E5FAA}" dt="2026-01-13T19:01:03.221" v="118" actId="478"/>
          <ac:picMkLst>
            <pc:docMk/>
            <pc:sldMk cId="520479885" sldId="260"/>
            <ac:picMk id="5" creationId="{192E6B0E-5A24-CA3B-FD57-95F2FD6E23B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ED8B9-751D-ADF9-9F31-717FDC03B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778CFF-E8CE-2B1C-4108-FE7901456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C3733-6618-AA83-E127-D6B51DA95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0BF1-D29F-45F7-8889-2E821BCD253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04915-3173-F235-61FA-190217C28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0FB70-98D3-5CBA-D1B3-5B5D9EA70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7E015-AB10-47A4-8C94-E0A7E654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965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93CFF-E6F4-8128-2871-9EFF77D68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22862-1447-3074-A986-54C1BA05F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78709-13C4-8ECC-0643-35EE330A3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0BF1-D29F-45F7-8889-2E821BCD253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8FEF1-A95B-0D9C-154E-1D23E6B2C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7C2AB-B437-AE19-585A-8D2723A63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7E015-AB10-47A4-8C94-E0A7E654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203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D3D4F-2205-2172-E5F2-CD3DA7569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B3DFF-EDDE-CBC5-150B-B40645965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B890C-3EBE-977B-B15A-07804519E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0BF1-D29F-45F7-8889-2E821BCD253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25E27-AA14-5819-F92D-3669CAA55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27F5D-B217-6F94-9E01-D77E109DC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7E015-AB10-47A4-8C94-E0A7E654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70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325EF-678C-331A-9033-F6AD5EB3F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054A1-D9FC-8ACC-E929-5AAAD8F2CC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BE717-9AB8-CFF7-F57C-62E2441DD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67CBE-D362-2B59-E362-F62DF9FD7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0BF1-D29F-45F7-8889-2E821BCD253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587C7-450D-A0A0-9C35-A320D6636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CA9DD-43AE-AE87-0091-86E1C5311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7E015-AB10-47A4-8C94-E0A7E654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277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49B9E-5894-196C-F61E-6C8F0FF30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09656-8DAA-6B25-5CCA-96F243E70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8029D3-BA60-61CD-222C-6184C29FF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E9A8E5-1DD8-F505-DD7A-1AA61B3D81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35EAC7-A353-EC65-C178-F5E96DF2B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5B592-2775-F8AC-81B7-D83337C01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0BF1-D29F-45F7-8889-2E821BCD253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FA0283-9176-73B3-F1E6-FC1FCDE6E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F041EA-F33C-3F3B-EC31-29A912E4E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7E015-AB10-47A4-8C94-E0A7E654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576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21DC6-4DBA-3B1B-E098-516202BCF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D362FC-7A7A-3899-822F-28532432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0BF1-D29F-45F7-8889-2E821BCD253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CC2C78-4147-DDF4-94AB-E655EEEBF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DDF6DB-E425-15D8-AEBD-AC6CE53C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7E015-AB10-47A4-8C94-E0A7E654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6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7E130D-D956-E2E7-7DD0-E07683C0F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0BF1-D29F-45F7-8889-2E821BCD253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3DCDAE-2DDB-2251-D983-727C0567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4F461-7D72-A8CC-8F8F-CD242B4A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7E015-AB10-47A4-8C94-E0A7E654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897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AE550-094B-AC47-136F-9783E0781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5CE33-FFC3-AFF7-1D1C-25D12EEB5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107979-9AF2-BBFC-01A5-617E5BE73A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20CCA-D18B-88B9-2BC4-8444E3D92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0BF1-D29F-45F7-8889-2E821BCD253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46CC4-0AFA-142B-D243-1F5D2D2CD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B26D0-9AF7-0BEB-B1B4-CE51E0C76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7E015-AB10-47A4-8C94-E0A7E654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56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BC9FD-0B14-CAB3-D522-67762F989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AAB7E0-C8FA-2979-996F-D9196DDAA6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CB0FD-D754-7748-5B62-E51975E3A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E33F8-9F2A-6DFB-09F7-ABDB920DE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0BF1-D29F-45F7-8889-2E821BCD253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B7E34-9FA6-1875-578A-36B9BD3BA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A4DD8-B28E-BE19-3739-39F33B093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7E015-AB10-47A4-8C94-E0A7E654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097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5BD9E-3635-502F-AD25-ADAD2D0E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F24B20-EB27-DE4C-7D52-FC7EB76B5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D64DD-688F-B52C-5BA0-B038C8B10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0BF1-D29F-45F7-8889-2E821BCD253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8085B-6DAD-012F-455F-1EFD105E8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74E65-C8A0-E2DE-6713-71EEF7238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7E015-AB10-47A4-8C94-E0A7E654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414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3656AE-E95D-4C79-5942-0804D28A05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82602E-1510-6B6A-A917-23DEAEA02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1E887-5461-B337-06DA-FAAD8C209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0BF1-D29F-45F7-8889-2E821BCD253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0C5F6-A07D-EFD7-43AE-39B81F0F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FE95F-FC62-A887-DC0B-D981B1A8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7E015-AB10-47A4-8C94-E0A7E654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484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8340E8-900F-0A82-D7F1-525AA2720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EA5CF-11AD-6719-F152-95DB613CB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C31E9-6E79-3E23-6046-8BE4ABB954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8D0BF1-D29F-45F7-8889-2E821BCD253E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E4948-EA1A-DD37-AD24-4FB976A9D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03999-8A92-7DCE-08F0-5BD3F84315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57E015-AB10-47A4-8C94-E0A7E654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768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AC8B6-46D9-9F65-5106-01EF44FD8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01842"/>
            <a:ext cx="9144000" cy="2387600"/>
          </a:xfrm>
        </p:spPr>
        <p:txBody>
          <a:bodyPr/>
          <a:lstStyle/>
          <a:p>
            <a:r>
              <a:rPr lang="en-US" dirty="0"/>
              <a:t>Vector Indices in Databricks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B992E9-61B2-C319-DD5D-93DB43096C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/>
          <a:lstStyle/>
          <a:p>
            <a:r>
              <a:rPr lang="en-US" dirty="0"/>
              <a:t>(Types and Properties)</a:t>
            </a:r>
            <a:endParaRPr lang="en-IN" dirty="0"/>
          </a:p>
        </p:txBody>
      </p:sp>
      <p:pic>
        <p:nvPicPr>
          <p:cNvPr id="1026" name="Picture 2" descr="Databricks Raises $1B, Reaches $100B Valuation for AI Dat...">
            <a:extLst>
              <a:ext uri="{FF2B5EF4-FFF2-40B4-BE49-F238E27FC236}">
                <a16:creationId xmlns:a16="http://schemas.microsoft.com/office/drawing/2014/main" id="{486B2ED8-59E2-D325-B2E9-C9E4C3F4E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521413"/>
            <a:ext cx="571500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914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7712-D4EF-89D0-8855-7F5665D07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3838"/>
            <a:ext cx="12353818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Delta Sync Index with Embeddings Computed by Databricks</a:t>
            </a:r>
            <a:endParaRPr lang="en-IN" sz="3600" dirty="0"/>
          </a:p>
        </p:txBody>
      </p:sp>
      <p:pic>
        <p:nvPicPr>
          <p:cNvPr id="2050" name="Picture 2" descr="vector search index, Databricks calculates embeddings">
            <a:extLst>
              <a:ext uri="{FF2B5EF4-FFF2-40B4-BE49-F238E27FC236}">
                <a16:creationId xmlns:a16="http://schemas.microsoft.com/office/drawing/2014/main" id="{16ED6487-CB4E-D21A-492D-C6D8CE0992B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676" y="2090659"/>
            <a:ext cx="7212459" cy="3354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F43F6F-04EE-60C4-2308-EF2B669709D6}"/>
              </a:ext>
            </a:extLst>
          </p:cNvPr>
          <p:cNvSpPr txBox="1"/>
          <p:nvPr/>
        </p:nvSpPr>
        <p:spPr>
          <a:xfrm>
            <a:off x="119865" y="1574162"/>
            <a:ext cx="4433299" cy="17543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1B3139"/>
                </a:solidFill>
              </a:rPr>
              <a:t>Y</a:t>
            </a:r>
            <a:r>
              <a:rPr lang="en-US" b="0" i="0" dirty="0">
                <a:solidFill>
                  <a:srgbClr val="1B3139"/>
                </a:solidFill>
                <a:effectLst/>
              </a:rPr>
              <a:t>ou provide a </a:t>
            </a:r>
            <a:r>
              <a:rPr lang="en-US" b="1" i="0" dirty="0">
                <a:solidFill>
                  <a:srgbClr val="1B3139"/>
                </a:solidFill>
                <a:effectLst/>
              </a:rPr>
              <a:t>source Delta table that contains data in text format. Databricks calculates the embeddings</a:t>
            </a:r>
            <a:r>
              <a:rPr lang="en-US" b="0" i="0" dirty="0">
                <a:solidFill>
                  <a:srgbClr val="1B3139"/>
                </a:solidFill>
                <a:effectLst/>
              </a:rPr>
              <a:t>, using a model that you specify, and optionally saves the embeddings to a table in Unity Catalog.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E49E96-E22C-046B-6AF7-D8C9C48B9A7D}"/>
              </a:ext>
            </a:extLst>
          </p:cNvPr>
          <p:cNvSpPr txBox="1"/>
          <p:nvPr/>
        </p:nvSpPr>
        <p:spPr>
          <a:xfrm>
            <a:off x="119864" y="5121592"/>
            <a:ext cx="4433299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1B3139"/>
                </a:solidFill>
                <a:effectLst/>
              </a:rPr>
              <a:t>As the Delta table is updated, the index stays synced with the Delta table.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89273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E1F77-1EAB-BE76-C7FD-2BA4973B9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803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Delta Sync Index with Self-Managed Embeddings</a:t>
            </a:r>
            <a:endParaRPr lang="en-IN" sz="3600" dirty="0"/>
          </a:p>
        </p:txBody>
      </p:sp>
      <p:pic>
        <p:nvPicPr>
          <p:cNvPr id="3074" name="Picture 2" descr="vector search index, precalculated embeddings">
            <a:extLst>
              <a:ext uri="{FF2B5EF4-FFF2-40B4-BE49-F238E27FC236}">
                <a16:creationId xmlns:a16="http://schemas.microsoft.com/office/drawing/2014/main" id="{6FE594D6-2725-AAAD-0887-FB3030178E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891" y="1657312"/>
            <a:ext cx="9483048" cy="372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E9271C-1582-6D01-75BF-EF83C2649131}"/>
              </a:ext>
            </a:extLst>
          </p:cNvPr>
          <p:cNvSpPr txBox="1"/>
          <p:nvPr/>
        </p:nvSpPr>
        <p:spPr>
          <a:xfrm>
            <a:off x="3187559" y="5661733"/>
            <a:ext cx="6097712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B3139"/>
                </a:solidFill>
                <a:effectLst/>
              </a:rPr>
              <a:t>With this option, </a:t>
            </a:r>
            <a:r>
              <a:rPr lang="en-US" b="1" i="0" dirty="0">
                <a:solidFill>
                  <a:srgbClr val="1B3139"/>
                </a:solidFill>
                <a:effectLst/>
              </a:rPr>
              <a:t>you provide a source Delta table that contains pre-calculated embeddings</a:t>
            </a:r>
            <a:r>
              <a:rPr lang="en-US" b="0" i="0" dirty="0">
                <a:solidFill>
                  <a:srgbClr val="1B3139"/>
                </a:solidFill>
                <a:effectLst/>
              </a:rPr>
              <a:t>. As the Delta table is updated, the </a:t>
            </a:r>
            <a:r>
              <a:rPr lang="en-US" b="1" i="0" dirty="0">
                <a:solidFill>
                  <a:srgbClr val="1B3139"/>
                </a:solidFill>
                <a:effectLst/>
              </a:rPr>
              <a:t>index stays synced with the Delta table</a:t>
            </a:r>
            <a:r>
              <a:rPr lang="en-US" b="0" i="0" dirty="0">
                <a:solidFill>
                  <a:srgbClr val="1B3139"/>
                </a:solidFill>
                <a:effectLst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6173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9BE54-666E-EC56-8A72-2AFD2827D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Direct Vector Access Index</a:t>
            </a:r>
            <a:endParaRPr lang="en-IN" dirty="0"/>
          </a:p>
        </p:txBody>
      </p:sp>
      <p:pic>
        <p:nvPicPr>
          <p:cNvPr id="4098" name="Picture 2" descr="vector search index, precalculated embeddings with no automatic sync">
            <a:extLst>
              <a:ext uri="{FF2B5EF4-FFF2-40B4-BE49-F238E27FC236}">
                <a16:creationId xmlns:a16="http://schemas.microsoft.com/office/drawing/2014/main" id="{B9AF5822-D882-AE0C-AB02-969629A820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075" y="1325563"/>
            <a:ext cx="9487847" cy="4449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C6C9CD-307E-E3E3-AA2B-CC84CCC006A3}"/>
              </a:ext>
            </a:extLst>
          </p:cNvPr>
          <p:cNvSpPr txBox="1"/>
          <p:nvPr/>
        </p:nvSpPr>
        <p:spPr>
          <a:xfrm>
            <a:off x="3047142" y="6000780"/>
            <a:ext cx="6097712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B3139"/>
                </a:solidFill>
                <a:effectLst/>
              </a:rPr>
              <a:t>With this option, you must manually update the index using the REST API when the embeddings table changes.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7522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2E6B0E-5A24-CA3B-FD57-95F2FD6E23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686" y="1159022"/>
            <a:ext cx="11105172" cy="4539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79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131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Vector Indices in Databricks</vt:lpstr>
      <vt:lpstr>Delta Sync Index with Embeddings Computed by Databricks</vt:lpstr>
      <vt:lpstr>Delta Sync Index with Self-Managed Embeddings</vt:lpstr>
      <vt:lpstr>Direct Vector Access Index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2026-01-13T18:42:59Z</dcterms:created>
  <dcterms:modified xsi:type="dcterms:W3CDTF">2026-01-13T19:01:04Z</dcterms:modified>
</cp:coreProperties>
</file>