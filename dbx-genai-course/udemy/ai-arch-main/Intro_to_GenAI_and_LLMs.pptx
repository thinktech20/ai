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9BCA-90AF-68E8-5CBF-B831636C8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2CD84-9BDB-1C12-DFB1-3FD788893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11E5A-41F8-F4D4-655F-98847630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99485-8F67-1E23-026D-C6E50C5B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5756A-52B8-A08A-3874-2E6A5346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229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4E3A-B9B0-3441-58BA-50A9F3F2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8DDBC-B152-173F-E169-87DED0921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E733-22DF-3407-A352-9AE30C04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0A80A-C4A1-62EA-F1B1-F0105D42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6F811-996A-2E66-B59B-BE5D6087F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19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45D0-A141-D9D6-9E8F-F9EC2FB6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BF6D-C9A3-903C-68D9-F62A5E71A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5A291-6262-59FC-0358-508EA600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A4A1C-70D0-7DD1-9F22-34EB4AAC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9C78D-AB43-619B-BBA0-955199A3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65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A33A-FA63-4134-C1A0-BA0277B1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79E3-56EE-EF3F-90BB-AD4EAAF9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0E81B-B47A-A227-B519-00AC03CA1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05421-5A6A-FAC0-2EF6-1A26325F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B3631-411C-4CA5-DAFC-8167ACE5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ACB4F-C7FE-29DA-5B1E-09B9B34A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53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EE69-B38C-2D7B-0DE2-1521B961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F11C8-8AB3-E8F0-5270-DA83B486A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F4C12-7626-1AAB-3658-E9636D79A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69685-8890-D960-ECCD-6F32E686D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88892-B779-E9D5-2D04-714963211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03F38-4278-8957-BD20-BAC262DE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C7BF1-203A-0DE6-33A9-58EDB729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ABBB8-0302-D67D-AE40-DF646A30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5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6D8B-5F83-9EE2-CBFF-83917483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6DA8C-56C5-162C-8397-08151A4F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E5B2F-F729-8DD2-6C7D-D4538BC4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98F2B-F69E-0A34-ED1D-3AB20B6D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B5FFCA-9861-FE03-320A-C4EA3660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84A3F-351F-1EA9-98DC-5C1073F8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A7D4F-56A1-CD18-5B64-DC1510CE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4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2C2B2-BD7C-80F5-FCC3-94408C02A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B1D27-D491-7AEF-1A89-698F15D78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B8067-5F05-7974-9D81-C3099B9CE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84B3B-50BC-33C2-87EC-C0618936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E6D4F-3092-89B2-04F8-E9BD64A4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1C346-C228-D6D4-3FD6-DC2546E7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90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AC58-C112-4F07-46AE-ED9DF44F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BAEE1-F018-1000-F1DD-9B46BB561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B6B5B-E2DE-C605-FC7E-66DE6C862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FC9E8-B1FF-B360-7933-E726EAD4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B41D-C146-B77D-0C8F-3A1B43FA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4CF04-E920-3D55-7D6A-D626D5B1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25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B020-87F8-22B9-1DBA-1361C745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2707C-D9E6-B71D-774E-9D21FBCA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E43A-8CCB-0DDA-3C5E-1D6846B6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DAE67-2BDA-403A-EE01-2F8DC681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386F-1FEE-E53F-5228-CD4A178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35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4F1D7-C6A6-D1AB-6648-329330B92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9B49A-0F92-1C38-D9BB-7949AA9EA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D4084-82F8-7264-83E8-EB864AD1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71668-8617-7B4F-54CA-1E6C49F3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6A9E5-768D-94EC-2837-32CB1F22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80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D17FF-FFA3-8DAB-5896-2FE9004B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6BF84-764E-4FAA-F146-12D427EF5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E34E7-CE50-B4BB-50A9-CD8F17B2D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97129-E586-4811-9C23-8430981DB02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D4052-CE62-A9E6-A88E-12D11FA86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88940-36C7-26DB-863B-3541A5F37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97B22-DC17-4CBD-8D0C-D1BD53219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43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B286-BD85-72A4-C2F0-527C2B592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2387600"/>
          </a:xfrm>
        </p:spPr>
        <p:txBody>
          <a:bodyPr/>
          <a:lstStyle/>
          <a:p>
            <a:r>
              <a:rPr lang="en-US" dirty="0"/>
              <a:t>GenAI and LLMs</a:t>
            </a:r>
            <a:endParaRPr lang="en-IN" dirty="0"/>
          </a:p>
        </p:txBody>
      </p:sp>
      <p:pic>
        <p:nvPicPr>
          <p:cNvPr id="3" name="Picture 2" descr="Databricks Consulting Services | B EYE">
            <a:extLst>
              <a:ext uri="{FF2B5EF4-FFF2-40B4-BE49-F238E27FC236}">
                <a16:creationId xmlns:a16="http://schemas.microsoft.com/office/drawing/2014/main" id="{D33D69B6-C211-7B8D-0512-17EBB59C0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616" y="968737"/>
            <a:ext cx="5034765" cy="321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0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F37F-7A64-5BAE-5817-742E4CF9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94" y="-1074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Just a Quick Look at Generative AI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4F218-85BB-8618-C99C-79EA40969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41" y="1815689"/>
            <a:ext cx="11681717" cy="438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0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2DA6F-C64E-C622-ABD2-EDCB4A9FD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055" y="-20777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LLMs – Large Language Models</a:t>
            </a:r>
            <a:endParaRPr lang="en-IN" dirty="0"/>
          </a:p>
        </p:txBody>
      </p:sp>
      <p:pic>
        <p:nvPicPr>
          <p:cNvPr id="4098" name="Picture 2" descr="Diagram showing the different generations of LLMs associated with the number of parameters each model has.">
            <a:extLst>
              <a:ext uri="{FF2B5EF4-FFF2-40B4-BE49-F238E27FC236}">
                <a16:creationId xmlns:a16="http://schemas.microsoft.com/office/drawing/2014/main" id="{7D4CCD49-E8AD-5354-F5B7-D7907EA127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950" y="1550588"/>
            <a:ext cx="7206582" cy="412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983ECB-C095-0F0C-6845-13F10FD86501}"/>
              </a:ext>
            </a:extLst>
          </p:cNvPr>
          <p:cNvSpPr txBox="1"/>
          <p:nvPr/>
        </p:nvSpPr>
        <p:spPr>
          <a:xfrm>
            <a:off x="341188" y="1333798"/>
            <a:ext cx="3819846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0" i="0" dirty="0">
                <a:effectLst/>
                <a:latin typeface="Segoe UI" panose="020B0502040204020203" pitchFamily="34" charset="0"/>
              </a:rPr>
              <a:t>An LLM is built by using a neural network architecture. It takes an input, has several hidden layers that break down different aspects of language, and produces at the output layer.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64F3B-FC67-5408-F2BA-FFA1CDC6C2AD}"/>
              </a:ext>
            </a:extLst>
          </p:cNvPr>
          <p:cNvSpPr txBox="1"/>
          <p:nvPr/>
        </p:nvSpPr>
        <p:spPr>
          <a:xfrm>
            <a:off x="341188" y="4719414"/>
            <a:ext cx="381984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0" i="0" dirty="0">
                <a:effectLst/>
                <a:latin typeface="Segoe UI" panose="020B0502040204020203" pitchFamily="34" charset="0"/>
              </a:rPr>
              <a:t>A </a:t>
            </a:r>
            <a:r>
              <a:rPr lang="en-US" b="0" i="1" dirty="0">
                <a:effectLst/>
                <a:latin typeface="Segoe UI" panose="020B0502040204020203" pitchFamily="34" charset="0"/>
              </a:rPr>
              <a:t>foundation model</a:t>
            </a:r>
            <a:r>
              <a:rPr lang="en-US" b="0" i="0" dirty="0">
                <a:effectLst/>
                <a:latin typeface="Segoe UI" panose="020B0502040204020203" pitchFamily="34" charset="0"/>
              </a:rPr>
              <a:t> refers to a specific instance or version of an LLM. For example, GPT-3, GPT-4, or Codex.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703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GenAI and LLMs</vt:lpstr>
      <vt:lpstr>Just a Quick Look at Generative AI</vt:lpstr>
      <vt:lpstr>LLMs – Large Language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2</cp:revision>
  <dcterms:created xsi:type="dcterms:W3CDTF">2025-12-22T05:18:14Z</dcterms:created>
  <dcterms:modified xsi:type="dcterms:W3CDTF">2026-01-12T12:09:23Z</dcterms:modified>
</cp:coreProperties>
</file>