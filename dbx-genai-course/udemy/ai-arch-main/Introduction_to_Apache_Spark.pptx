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9C1156-70F1-4041-8D1E-CA39889AAE1A}" v="37" dt="2026-01-12T08:49:52.9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ljot bakshi" userId="e18f591f5991c12c" providerId="LiveId" clId="{848BE52E-FEF7-44CF-B8AB-7264220E5FAA}"/>
    <pc:docChg chg="custSel addSld delSld modSld">
      <pc:chgData name="kuljot bakshi" userId="e18f591f5991c12c" providerId="LiveId" clId="{848BE52E-FEF7-44CF-B8AB-7264220E5FAA}" dt="2026-01-12T08:52:47.379" v="288" actId="47"/>
      <pc:docMkLst>
        <pc:docMk/>
      </pc:docMkLst>
      <pc:sldChg chg="addSp delSp modSp mod">
        <pc:chgData name="kuljot bakshi" userId="e18f591f5991c12c" providerId="LiveId" clId="{848BE52E-FEF7-44CF-B8AB-7264220E5FAA}" dt="2026-01-12T08:29:58.132" v="44" actId="1076"/>
        <pc:sldMkLst>
          <pc:docMk/>
          <pc:sldMk cId="3251907950" sldId="257"/>
        </pc:sldMkLst>
        <pc:spChg chg="mod">
          <ac:chgData name="kuljot bakshi" userId="e18f591f5991c12c" providerId="LiveId" clId="{848BE52E-FEF7-44CF-B8AB-7264220E5FAA}" dt="2026-01-12T08:29:54.031" v="43" actId="20577"/>
          <ac:spMkLst>
            <pc:docMk/>
            <pc:sldMk cId="3251907950" sldId="257"/>
            <ac:spMk id="2" creationId="{87FCC0D3-0EDB-E99D-69D6-5104695B33AA}"/>
          </ac:spMkLst>
        </pc:spChg>
        <pc:spChg chg="del">
          <ac:chgData name="kuljot bakshi" userId="e18f591f5991c12c" providerId="LiveId" clId="{848BE52E-FEF7-44CF-B8AB-7264220E5FAA}" dt="2026-01-12T08:29:36.476" v="26"/>
          <ac:spMkLst>
            <pc:docMk/>
            <pc:sldMk cId="3251907950" sldId="257"/>
            <ac:spMk id="3" creationId="{948A6BCB-67C8-7518-C049-28F4CA6217BD}"/>
          </ac:spMkLst>
        </pc:spChg>
        <pc:picChg chg="add mod">
          <ac:chgData name="kuljot bakshi" userId="e18f591f5991c12c" providerId="LiveId" clId="{848BE52E-FEF7-44CF-B8AB-7264220E5FAA}" dt="2026-01-12T08:29:58.132" v="44" actId="1076"/>
          <ac:picMkLst>
            <pc:docMk/>
            <pc:sldMk cId="3251907950" sldId="257"/>
            <ac:picMk id="2050" creationId="{87BE59CA-CCCB-5C64-C102-572B04675D6D}"/>
          </ac:picMkLst>
        </pc:picChg>
      </pc:sldChg>
      <pc:sldChg chg="addSp delSp modSp new mod">
        <pc:chgData name="kuljot bakshi" userId="e18f591f5991c12c" providerId="LiveId" clId="{848BE52E-FEF7-44CF-B8AB-7264220E5FAA}" dt="2026-01-12T08:38:14.071" v="126" actId="1076"/>
        <pc:sldMkLst>
          <pc:docMk/>
          <pc:sldMk cId="4117204396" sldId="258"/>
        </pc:sldMkLst>
        <pc:spChg chg="mod">
          <ac:chgData name="kuljot bakshi" userId="e18f591f5991c12c" providerId="LiveId" clId="{848BE52E-FEF7-44CF-B8AB-7264220E5FAA}" dt="2026-01-12T08:31:48.330" v="96" actId="1076"/>
          <ac:spMkLst>
            <pc:docMk/>
            <pc:sldMk cId="4117204396" sldId="258"/>
            <ac:spMk id="2" creationId="{6BA192CE-A521-658A-C4E5-02F966D27F8C}"/>
          </ac:spMkLst>
        </pc:spChg>
        <pc:spChg chg="del">
          <ac:chgData name="kuljot bakshi" userId="e18f591f5991c12c" providerId="LiveId" clId="{848BE52E-FEF7-44CF-B8AB-7264220E5FAA}" dt="2026-01-12T08:31:01.188" v="46"/>
          <ac:spMkLst>
            <pc:docMk/>
            <pc:sldMk cId="4117204396" sldId="258"/>
            <ac:spMk id="3" creationId="{1E8A5F33-DA1F-221F-3B53-BB868D947554}"/>
          </ac:spMkLst>
        </pc:spChg>
        <pc:spChg chg="add del mod">
          <ac:chgData name="kuljot bakshi" userId="e18f591f5991c12c" providerId="LiveId" clId="{848BE52E-FEF7-44CF-B8AB-7264220E5FAA}" dt="2026-01-12T08:31:23.596" v="47" actId="931"/>
          <ac:spMkLst>
            <pc:docMk/>
            <pc:sldMk cId="4117204396" sldId="258"/>
            <ac:spMk id="4" creationId="{BB0FA9D6-C3F5-AAE7-10B2-A271C2893166}"/>
          </ac:spMkLst>
        </pc:spChg>
        <pc:spChg chg="add">
          <ac:chgData name="kuljot bakshi" userId="e18f591f5991c12c" providerId="LiveId" clId="{848BE52E-FEF7-44CF-B8AB-7264220E5FAA}" dt="2026-01-12T08:35:55.647" v="108"/>
          <ac:spMkLst>
            <pc:docMk/>
            <pc:sldMk cId="4117204396" sldId="258"/>
            <ac:spMk id="7" creationId="{26A10C1A-B65F-18B7-5CBC-D92BD53890F9}"/>
          </ac:spMkLst>
        </pc:spChg>
        <pc:spChg chg="add mod">
          <ac:chgData name="kuljot bakshi" userId="e18f591f5991c12c" providerId="LiveId" clId="{848BE52E-FEF7-44CF-B8AB-7264220E5FAA}" dt="2026-01-12T08:38:14.071" v="126" actId="1076"/>
          <ac:spMkLst>
            <pc:docMk/>
            <pc:sldMk cId="4117204396" sldId="258"/>
            <ac:spMk id="11" creationId="{EF72B7DC-C59F-12E0-DD21-44496AE983F8}"/>
          </ac:spMkLst>
        </pc:spChg>
        <pc:picChg chg="add mod">
          <ac:chgData name="kuljot bakshi" userId="e18f591f5991c12c" providerId="LiveId" clId="{848BE52E-FEF7-44CF-B8AB-7264220E5FAA}" dt="2026-01-12T08:34:43.514" v="105" actId="1076"/>
          <ac:picMkLst>
            <pc:docMk/>
            <pc:sldMk cId="4117204396" sldId="258"/>
            <ac:picMk id="6" creationId="{0AC09D9A-A053-63CE-3A2A-527C39DE6C0A}"/>
          </ac:picMkLst>
        </pc:picChg>
        <pc:picChg chg="add del mod">
          <ac:chgData name="kuljot bakshi" userId="e18f591f5991c12c" providerId="LiveId" clId="{848BE52E-FEF7-44CF-B8AB-7264220E5FAA}" dt="2026-01-12T08:37:05.184" v="115" actId="478"/>
          <ac:picMkLst>
            <pc:docMk/>
            <pc:sldMk cId="4117204396" sldId="258"/>
            <ac:picMk id="9" creationId="{EBE0B1B3-0F57-B6C0-7CF3-D086AD8AE223}"/>
          </ac:picMkLst>
        </pc:picChg>
        <pc:picChg chg="add del mod">
          <ac:chgData name="kuljot bakshi" userId="e18f591f5991c12c" providerId="LiveId" clId="{848BE52E-FEF7-44CF-B8AB-7264220E5FAA}" dt="2026-01-12T08:35:54.884" v="107" actId="478"/>
          <ac:picMkLst>
            <pc:docMk/>
            <pc:sldMk cId="4117204396" sldId="258"/>
            <ac:picMk id="3076" creationId="{24598980-014C-95F8-D455-DE708769893B}"/>
          </ac:picMkLst>
        </pc:picChg>
        <pc:picChg chg="add mod">
          <ac:chgData name="kuljot bakshi" userId="e18f591f5991c12c" providerId="LiveId" clId="{848BE52E-FEF7-44CF-B8AB-7264220E5FAA}" dt="2026-01-12T08:37:15.719" v="119" actId="1076"/>
          <ac:picMkLst>
            <pc:docMk/>
            <pc:sldMk cId="4117204396" sldId="258"/>
            <ac:picMk id="3080" creationId="{5794F5AC-B530-275F-0500-E5024A97794B}"/>
          </ac:picMkLst>
        </pc:picChg>
      </pc:sldChg>
      <pc:sldChg chg="addSp delSp modSp new mod">
        <pc:chgData name="kuljot bakshi" userId="e18f591f5991c12c" providerId="LiveId" clId="{848BE52E-FEF7-44CF-B8AB-7264220E5FAA}" dt="2026-01-12T08:46:20.293" v="181" actId="13822"/>
        <pc:sldMkLst>
          <pc:docMk/>
          <pc:sldMk cId="3952547034" sldId="259"/>
        </pc:sldMkLst>
        <pc:spChg chg="mod">
          <ac:chgData name="kuljot bakshi" userId="e18f591f5991c12c" providerId="LiveId" clId="{848BE52E-FEF7-44CF-B8AB-7264220E5FAA}" dt="2026-01-12T08:40:16.607" v="161" actId="1076"/>
          <ac:spMkLst>
            <pc:docMk/>
            <pc:sldMk cId="3952547034" sldId="259"/>
            <ac:spMk id="2" creationId="{0DDA48BD-55DE-469F-DEF3-CCE9B9698B0C}"/>
          </ac:spMkLst>
        </pc:spChg>
        <pc:spChg chg="del">
          <ac:chgData name="kuljot bakshi" userId="e18f591f5991c12c" providerId="LiveId" clId="{848BE52E-FEF7-44CF-B8AB-7264220E5FAA}" dt="2026-01-12T08:44:15.089" v="162" actId="22"/>
          <ac:spMkLst>
            <pc:docMk/>
            <pc:sldMk cId="3952547034" sldId="259"/>
            <ac:spMk id="3" creationId="{D2F0CA7C-B97C-F702-26C0-1C3E6A494262}"/>
          </ac:spMkLst>
        </pc:spChg>
        <pc:spChg chg="add mod">
          <ac:chgData name="kuljot bakshi" userId="e18f591f5991c12c" providerId="LiveId" clId="{848BE52E-FEF7-44CF-B8AB-7264220E5FAA}" dt="2026-01-12T08:45:59.250" v="175" actId="1076"/>
          <ac:spMkLst>
            <pc:docMk/>
            <pc:sldMk cId="3952547034" sldId="259"/>
            <ac:spMk id="7" creationId="{4F9350B5-4EF5-7912-E49F-5435D83419FE}"/>
          </ac:spMkLst>
        </pc:spChg>
        <pc:spChg chg="add mod">
          <ac:chgData name="kuljot bakshi" userId="e18f591f5991c12c" providerId="LiveId" clId="{848BE52E-FEF7-44CF-B8AB-7264220E5FAA}" dt="2026-01-12T08:46:20.293" v="181" actId="13822"/>
          <ac:spMkLst>
            <pc:docMk/>
            <pc:sldMk cId="3952547034" sldId="259"/>
            <ac:spMk id="9" creationId="{E0685FA6-36A1-03D4-980A-C7B6F1F6B52C}"/>
          </ac:spMkLst>
        </pc:spChg>
        <pc:picChg chg="add mod ord">
          <ac:chgData name="kuljot bakshi" userId="e18f591f5991c12c" providerId="LiveId" clId="{848BE52E-FEF7-44CF-B8AB-7264220E5FAA}" dt="2026-01-12T08:44:24.547" v="167" actId="1076"/>
          <ac:picMkLst>
            <pc:docMk/>
            <pc:sldMk cId="3952547034" sldId="259"/>
            <ac:picMk id="5" creationId="{C9E23337-8A82-0B7C-1F26-2D5AD334698E}"/>
          </ac:picMkLst>
        </pc:picChg>
      </pc:sldChg>
      <pc:sldChg chg="addSp delSp modSp new mod">
        <pc:chgData name="kuljot bakshi" userId="e18f591f5991c12c" providerId="LiveId" clId="{848BE52E-FEF7-44CF-B8AB-7264220E5FAA}" dt="2026-01-12T08:51:26.828" v="286" actId="1076"/>
        <pc:sldMkLst>
          <pc:docMk/>
          <pc:sldMk cId="1978309772" sldId="260"/>
        </pc:sldMkLst>
        <pc:spChg chg="mod">
          <ac:chgData name="kuljot bakshi" userId="e18f591f5991c12c" providerId="LiveId" clId="{848BE52E-FEF7-44CF-B8AB-7264220E5FAA}" dt="2026-01-12T08:48:31.960" v="270" actId="1076"/>
          <ac:spMkLst>
            <pc:docMk/>
            <pc:sldMk cId="1978309772" sldId="260"/>
            <ac:spMk id="2" creationId="{0B055330-6C19-FDFE-FA10-C636ED3F5BCC}"/>
          </ac:spMkLst>
        </pc:spChg>
        <pc:spChg chg="del">
          <ac:chgData name="kuljot bakshi" userId="e18f591f5991c12c" providerId="LiveId" clId="{848BE52E-FEF7-44CF-B8AB-7264220E5FAA}" dt="2026-01-12T08:48:09.338" v="223"/>
          <ac:spMkLst>
            <pc:docMk/>
            <pc:sldMk cId="1978309772" sldId="260"/>
            <ac:spMk id="3" creationId="{2A251BE2-4BC1-A025-75EB-B2454D6782AC}"/>
          </ac:spMkLst>
        </pc:spChg>
        <pc:spChg chg="add mod">
          <ac:chgData name="kuljot bakshi" userId="e18f591f5991c12c" providerId="LiveId" clId="{848BE52E-FEF7-44CF-B8AB-7264220E5FAA}" dt="2026-01-12T08:51:26.828" v="286" actId="1076"/>
          <ac:spMkLst>
            <pc:docMk/>
            <pc:sldMk cId="1978309772" sldId="260"/>
            <ac:spMk id="5" creationId="{4958911D-0612-2965-4EDD-AF489E4E1C08}"/>
          </ac:spMkLst>
        </pc:spChg>
        <pc:spChg chg="add mod">
          <ac:chgData name="kuljot bakshi" userId="e18f591f5991c12c" providerId="LiveId" clId="{848BE52E-FEF7-44CF-B8AB-7264220E5FAA}" dt="2026-01-12T08:51:18.729" v="285" actId="1076"/>
          <ac:spMkLst>
            <pc:docMk/>
            <pc:sldMk cId="1978309772" sldId="260"/>
            <ac:spMk id="7" creationId="{43E1DA0C-D18D-BA3D-24A6-43E109324A71}"/>
          </ac:spMkLst>
        </pc:spChg>
        <pc:picChg chg="add mod">
          <ac:chgData name="kuljot bakshi" userId="e18f591f5991c12c" providerId="LiveId" clId="{848BE52E-FEF7-44CF-B8AB-7264220E5FAA}" dt="2026-01-12T08:49:52.970" v="278" actId="1076"/>
          <ac:picMkLst>
            <pc:docMk/>
            <pc:sldMk cId="1978309772" sldId="260"/>
            <ac:picMk id="4098" creationId="{53B86F1E-710E-97D0-2D32-D45D8CC14E8F}"/>
          </ac:picMkLst>
        </pc:picChg>
      </pc:sldChg>
      <pc:sldChg chg="new del">
        <pc:chgData name="kuljot bakshi" userId="e18f591f5991c12c" providerId="LiveId" clId="{848BE52E-FEF7-44CF-B8AB-7264220E5FAA}" dt="2026-01-12T08:52:47.379" v="288" actId="47"/>
        <pc:sldMkLst>
          <pc:docMk/>
          <pc:sldMk cId="2442903553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F5B9B-D3BC-259C-9CFD-758D38CBDB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B7326A-1A0B-0581-E0D4-687DE97E29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345EB-80F7-76B5-0B5F-CBB7184F0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3A8E0-EA5A-4020-8271-33E2DA1C9F88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E4158-37B8-68D8-07C9-FFD452EE7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5E0D0B-222F-CDF4-BE65-A31956339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08A6F-ADA6-4634-BEB4-C7844295E8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1853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9156D-4BB5-46B4-FB82-992E21552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36667-B10B-3979-7081-D85DF8384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41613-3831-4ED6-476D-DFAB28EB8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3A8E0-EA5A-4020-8271-33E2DA1C9F88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2984A9-D12B-AC31-5143-C492618F3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ECFAFA-0509-9CDC-0AD5-726B11EEF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08A6F-ADA6-4634-BEB4-C7844295E8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282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FF385-C8F9-05F1-3AAA-67F31427D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DE07E0-F7A4-7BA6-1278-64D3D7651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2C28D2-4367-F7E6-0C1A-A477867E6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3A8E0-EA5A-4020-8271-33E2DA1C9F88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4430AB-7730-1FF5-A92C-D8AE08938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79C32-4516-D90E-2924-DA5A0EEA2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08A6F-ADA6-4634-BEB4-C7844295E8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0392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30121-C8E0-5C34-34F3-00B4B8C9C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8D618-99F4-B148-A5A0-9E682F9B0F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5C8250-DAD2-EAB3-98BA-0776CB26FB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E3EE59-FC07-8943-9740-0EFDEEC39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3A8E0-EA5A-4020-8271-33E2DA1C9F88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FB72BC-9ED2-9DA2-5450-A3A91F3F1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08F4A2-9E8F-D0C5-1104-9DCFD6498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08A6F-ADA6-4634-BEB4-C7844295E8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2893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6392D-9941-AF8E-307F-6A147E71B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54CA80-9BFD-AD31-3023-CDBC0A6BF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C95564-62E1-0C03-5BF0-96E32B4526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84BAC0-46D2-671A-9A8A-6815A46BFF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3F24B9-5FA7-28D4-AF35-5A5A05C140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941823-1F83-2C28-BDDB-849611E17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3A8E0-EA5A-4020-8271-33E2DA1C9F88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46F513-C8A8-57D2-3344-E2B752527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CBFD07-A4A7-5D05-41B2-A9C7E95BD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08A6F-ADA6-4634-BEB4-C7844295E8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984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8A205-626D-A618-A151-4376EA213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1A7FB8-501D-C58B-FED8-0DABEECDC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3A8E0-EA5A-4020-8271-33E2DA1C9F88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C84626-A5E5-E35C-FEEF-1A2703442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418709-08C7-E327-B757-903A05F80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08A6F-ADA6-4634-BEB4-C7844295E8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0572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4A068D-34EB-6748-3AC1-8B65072CF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3A8E0-EA5A-4020-8271-33E2DA1C9F88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6B82C3-06F9-6DE2-A336-28224121A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140E6-DB2D-EDAD-A4A2-132F9F049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08A6F-ADA6-4634-BEB4-C7844295E8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966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D947A-AD93-7EBE-0561-5D8B60B0C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7BE27-B278-AC20-7DF3-C7966AAA21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396685-06E0-7151-2A89-EE32D21BC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DCC00A-44B6-9008-4E05-3804CF927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3A8E0-EA5A-4020-8271-33E2DA1C9F88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B7FD7C-32FD-DFA3-79EC-09D7CA74B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5BA06-F3F0-C856-8363-D1C4CF720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08A6F-ADA6-4634-BEB4-C7844295E8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491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C8FE4-34D5-DB15-A15B-B9EF21D06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8E2109-8C45-0BE7-6085-A7786CE38F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6E3949-6971-AD32-E1D2-114F66F2D1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F6AFE1-E3C2-8E00-C27E-E9816C012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3A8E0-EA5A-4020-8271-33E2DA1C9F88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F1D190-8548-A79E-E868-EAFAE1172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F6C348-81F0-6A1E-18CE-B84C4C355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08A6F-ADA6-4634-BEB4-C7844295E8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1336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5DB98-53D4-65AC-1ADA-AC3F799FD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593E36-6DB1-33A8-640D-AAF30E23B5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2A604-BB0F-7D70-D0D1-8AA43A65E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3A8E0-EA5A-4020-8271-33E2DA1C9F88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D2248-FB2E-7C15-3A3A-EC284DBD1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823E0-76DE-C8D5-1091-18549CE21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08A6F-ADA6-4634-BEB4-C7844295E8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290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158971-AFAF-2D7B-4402-BF91B091E3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9A631B-C9E3-84F6-5B94-970D6262C0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35FB3-C794-CD5D-18E8-5E79D06F0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3A8E0-EA5A-4020-8271-33E2DA1C9F88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0DFC2-6AC5-6AAE-CBA3-D82271FE2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B06F2-1D2D-55D4-E788-FA28F9F12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08A6F-ADA6-4634-BEB4-C7844295E8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1693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D101C1-ABC6-AD9D-1F99-2A533E3B7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70A7C-ED15-6407-4476-0A153678BD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5A7D04-D66B-EA28-4EC5-78734D5BC3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63A8E0-EA5A-4020-8271-33E2DA1C9F88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B66DB-B12C-6146-86BF-574D4558D9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A87C6-1D02-BA64-BADB-3A747158E7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A08A6F-ADA6-4634-BEB4-C7844295E8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5915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015EC-0A4D-E77D-BFAE-D116FC9CCB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992260"/>
            <a:ext cx="9144000" cy="2387600"/>
          </a:xfrm>
        </p:spPr>
        <p:txBody>
          <a:bodyPr/>
          <a:lstStyle/>
          <a:p>
            <a:r>
              <a:rPr lang="en-US" dirty="0"/>
              <a:t>Apache Spark</a:t>
            </a:r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3948DF2-6877-2194-52DD-5503330312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3213" y="991670"/>
            <a:ext cx="5205573" cy="2704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1925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CC0D3-0EDB-E99D-69D6-5104695B3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The “Big Data” Problem</a:t>
            </a:r>
            <a:endParaRPr lang="en-IN" dirty="0"/>
          </a:p>
        </p:txBody>
      </p:sp>
      <p:pic>
        <p:nvPicPr>
          <p:cNvPr id="2050" name="Picture 2" descr="Introduction to Big Data | What is Big Data ? | Intellipaat">
            <a:extLst>
              <a:ext uri="{FF2B5EF4-FFF2-40B4-BE49-F238E27FC236}">
                <a16:creationId xmlns:a16="http://schemas.microsoft.com/office/drawing/2014/main" id="{87BE59CA-CCCB-5C64-C102-572B04675D6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0303" y="1697071"/>
            <a:ext cx="8031393" cy="4589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1907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192CE-A521-658A-C4E5-02F966D27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69131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“Hadoop” and “Map-Reduce”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AC09D9A-A053-63CE-3A2A-527C39DE6C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0" y="873304"/>
            <a:ext cx="5825548" cy="2920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Map Reduce explained with example | System Design">
            <a:extLst>
              <a:ext uri="{FF2B5EF4-FFF2-40B4-BE49-F238E27FC236}">
                <a16:creationId xmlns:a16="http://schemas.microsoft.com/office/drawing/2014/main" id="{5794F5AC-B530-275F-0500-E5024A9779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7514" y="3937944"/>
            <a:ext cx="4957388" cy="2789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F72B7DC-C59F-12E0-DD21-44496AE983F8}"/>
              </a:ext>
            </a:extLst>
          </p:cNvPr>
          <p:cNvSpPr txBox="1"/>
          <p:nvPr/>
        </p:nvSpPr>
        <p:spPr>
          <a:xfrm>
            <a:off x="165244" y="2136338"/>
            <a:ext cx="5499243" cy="258532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Hadoop and MapReduce (Historical Context)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Hadoop</a:t>
            </a:r>
            <a:r>
              <a:rPr lang="en-US" dirty="0"/>
              <a:t> is an open-source framework for </a:t>
            </a:r>
            <a:r>
              <a:rPr lang="en-US" b="1" dirty="0"/>
              <a:t>distributed storage and processing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Designed to process </a:t>
            </a:r>
            <a:r>
              <a:rPr lang="en-US" b="1" dirty="0"/>
              <a:t>large-scale data</a:t>
            </a:r>
            <a:r>
              <a:rPr lang="en-US" dirty="0"/>
              <a:t> across commodity hardware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Popular before modern cloud-native systems like Spark and Databricks</a:t>
            </a:r>
          </a:p>
        </p:txBody>
      </p:sp>
    </p:spTree>
    <p:extLst>
      <p:ext uri="{BB962C8B-B14F-4D97-AF65-F5344CB8AC3E}">
        <p14:creationId xmlns:p14="http://schemas.microsoft.com/office/powerpoint/2010/main" val="4117204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A48BD-55DE-469F-DEF3-CCE9B9698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7761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The Hadoop to Spark Evolution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E23337-8A82-0B7C-1F26-2D5AD33469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67642" y="2054830"/>
            <a:ext cx="6680519" cy="37728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F9350B5-4EF5-7912-E49F-5435D83419FE}"/>
              </a:ext>
            </a:extLst>
          </p:cNvPr>
          <p:cNvSpPr txBox="1"/>
          <p:nvPr/>
        </p:nvSpPr>
        <p:spPr>
          <a:xfrm>
            <a:off x="459768" y="1030359"/>
            <a:ext cx="5016357" cy="230832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Hadoop (MapReduce Model)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Processing follows a </a:t>
            </a:r>
            <a:r>
              <a:rPr lang="en-US" sz="1600" b="1" dirty="0"/>
              <a:t>strict two-stage model</a:t>
            </a:r>
            <a:r>
              <a:rPr lang="en-US" sz="16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Map → Reduce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Each stage: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Reads data from disk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Writes intermediate results back to disk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High latency due to repeated I/O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Limited to </a:t>
            </a:r>
            <a:r>
              <a:rPr lang="en-US" sz="1600" b="1" dirty="0"/>
              <a:t>batch workloads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Complex programming model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685FA6-36A1-03D4-980A-C7B6F1F6B52C}"/>
              </a:ext>
            </a:extLst>
          </p:cNvPr>
          <p:cNvSpPr txBox="1"/>
          <p:nvPr/>
        </p:nvSpPr>
        <p:spPr>
          <a:xfrm>
            <a:off x="459768" y="3644750"/>
            <a:ext cx="5016357" cy="280076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Spark (In-Memory Engine)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Uses </a:t>
            </a:r>
            <a:r>
              <a:rPr lang="en-US" sz="1600" b="1" dirty="0"/>
              <a:t>Resilient Distributed Datasets (RDDs)</a:t>
            </a:r>
            <a:r>
              <a:rPr lang="en-US" sz="1600" dirty="0"/>
              <a:t> and </a:t>
            </a:r>
            <a:r>
              <a:rPr lang="en-US" sz="1600" dirty="0" err="1"/>
              <a:t>DataFrames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Intermediate data stored in </a:t>
            </a:r>
            <a:r>
              <a:rPr lang="en-US" sz="1600" b="1" dirty="0"/>
              <a:t>memory buffers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Multiple transformations chained together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Far fewer disk reads/writes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Supports: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Batch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Streaming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SQL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3952547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55330-6C19-FDFE-FA10-C636ED3F5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78032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RDDs – Resilient Distributed </a:t>
            </a:r>
            <a:r>
              <a:rPr lang="en-US" dirty="0" err="1"/>
              <a:t>Dataframes</a:t>
            </a:r>
            <a:endParaRPr lang="en-IN" dirty="0"/>
          </a:p>
        </p:txBody>
      </p:sp>
      <p:pic>
        <p:nvPicPr>
          <p:cNvPr id="4098" name="Picture 2" descr="Create RDD in Apache Spark using Pyspark - Analytics Vidhya">
            <a:extLst>
              <a:ext uri="{FF2B5EF4-FFF2-40B4-BE49-F238E27FC236}">
                <a16:creationId xmlns:a16="http://schemas.microsoft.com/office/drawing/2014/main" id="{53B86F1E-710E-97D0-2D32-D45D8CC14E8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5027" y="1703844"/>
            <a:ext cx="6966973" cy="3450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958911D-0612-2965-4EDD-AF489E4E1C08}"/>
              </a:ext>
            </a:extLst>
          </p:cNvPr>
          <p:cNvSpPr txBox="1"/>
          <p:nvPr/>
        </p:nvSpPr>
        <p:spPr>
          <a:xfrm>
            <a:off x="151543" y="1645503"/>
            <a:ext cx="542732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RDDs – Resilient Distributed Datasets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RDD</a:t>
            </a:r>
            <a:r>
              <a:rPr lang="en-IN" dirty="0"/>
              <a:t> is Spark’s </a:t>
            </a:r>
            <a:r>
              <a:rPr lang="en-IN" b="1" dirty="0"/>
              <a:t>core low-level data abstraction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Represents an </a:t>
            </a:r>
            <a:r>
              <a:rPr lang="en-IN" b="1" dirty="0"/>
              <a:t>immutable, distributed collection of data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Data is </a:t>
            </a:r>
            <a:r>
              <a:rPr lang="en-IN" b="1" dirty="0"/>
              <a:t>partitioned across cluster nodes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Designed for </a:t>
            </a:r>
            <a:r>
              <a:rPr lang="en-IN" b="1" dirty="0"/>
              <a:t>fault-tolerant parallel processing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E1DA0C-D18D-BA3D-24A6-43E109324A71}"/>
              </a:ext>
            </a:extLst>
          </p:cNvPr>
          <p:cNvSpPr txBox="1"/>
          <p:nvPr/>
        </p:nvSpPr>
        <p:spPr>
          <a:xfrm>
            <a:off x="151543" y="4276992"/>
            <a:ext cx="507348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Why “Resilient”?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RDDs track </a:t>
            </a:r>
            <a:r>
              <a:rPr lang="en-US" b="1" dirty="0"/>
              <a:t>lineage information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a partition is lost: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Spark </a:t>
            </a:r>
            <a:r>
              <a:rPr lang="en-US" b="1" dirty="0"/>
              <a:t>recomputes it from parent RDDs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need for data replication in memory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Enables efficient </a:t>
            </a:r>
            <a:r>
              <a:rPr lang="en-US" b="1" dirty="0"/>
              <a:t>fault recovery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83097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201</Words>
  <Application>Microsoft Office PowerPoint</Application>
  <PresentationFormat>Widescreen</PresentationFormat>
  <Paragraphs>41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Apache Spark</vt:lpstr>
      <vt:lpstr>The “Big Data” Problem</vt:lpstr>
      <vt:lpstr>“Hadoop” and “Map-Reduce”</vt:lpstr>
      <vt:lpstr>The Hadoop to Spark Evolution</vt:lpstr>
      <vt:lpstr>RDDs – Resilient Distributed Dataframes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kuljot bakshi</dc:creator>
  <cp:lastModifiedBy>kuljot bakshi</cp:lastModifiedBy>
  <cp:revision>1</cp:revision>
  <dcterms:created xsi:type="dcterms:W3CDTF">2026-01-12T04:50:20Z</dcterms:created>
  <dcterms:modified xsi:type="dcterms:W3CDTF">2026-01-12T08:52:53Z</dcterms:modified>
</cp:coreProperties>
</file>