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7A38EA-1FC9-4AD1-8D7A-F39641E17B71}" v="44" dt="2026-01-12T02:36:30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undo custSel addSld modSld sldOrd">
      <pc:chgData name="kuljot bakshi" userId="e18f591f5991c12c" providerId="LiveId" clId="{848BE52E-FEF7-44CF-B8AB-7264220E5FAA}" dt="2026-01-12T02:44:02.241" v="375" actId="13822"/>
      <pc:docMkLst>
        <pc:docMk/>
      </pc:docMkLst>
      <pc:sldChg chg="modSp mod">
        <pc:chgData name="kuljot bakshi" userId="e18f591f5991c12c" providerId="LiveId" clId="{848BE52E-FEF7-44CF-B8AB-7264220E5FAA}" dt="2026-01-12T02:24:29.999" v="36" actId="20577"/>
        <pc:sldMkLst>
          <pc:docMk/>
          <pc:sldMk cId="3268531692" sldId="259"/>
        </pc:sldMkLst>
        <pc:spChg chg="mod">
          <ac:chgData name="kuljot bakshi" userId="e18f591f5991c12c" providerId="LiveId" clId="{848BE52E-FEF7-44CF-B8AB-7264220E5FAA}" dt="2026-01-12T02:24:29.999" v="36" actId="20577"/>
          <ac:spMkLst>
            <pc:docMk/>
            <pc:sldMk cId="3268531692" sldId="259"/>
            <ac:spMk id="2" creationId="{46EFC865-A463-D92D-BF38-484B793A4BB2}"/>
          </ac:spMkLst>
        </pc:spChg>
      </pc:sldChg>
      <pc:sldChg chg="addSp delSp modSp new mod">
        <pc:chgData name="kuljot bakshi" userId="e18f591f5991c12c" providerId="LiveId" clId="{848BE52E-FEF7-44CF-B8AB-7264220E5FAA}" dt="2026-01-12T02:27:01.678" v="96" actId="14100"/>
        <pc:sldMkLst>
          <pc:docMk/>
          <pc:sldMk cId="2072395517" sldId="261"/>
        </pc:sldMkLst>
        <pc:spChg chg="mod">
          <ac:chgData name="kuljot bakshi" userId="e18f591f5991c12c" providerId="LiveId" clId="{848BE52E-FEF7-44CF-B8AB-7264220E5FAA}" dt="2026-01-12T02:25:05.358" v="76" actId="1076"/>
          <ac:spMkLst>
            <pc:docMk/>
            <pc:sldMk cId="2072395517" sldId="261"/>
            <ac:spMk id="2" creationId="{0FFE81D6-FDD5-09D0-5A73-DDEA36B50EAD}"/>
          </ac:spMkLst>
        </pc:spChg>
        <pc:spChg chg="del">
          <ac:chgData name="kuljot bakshi" userId="e18f591f5991c12c" providerId="LiveId" clId="{848BE52E-FEF7-44CF-B8AB-7264220E5FAA}" dt="2026-01-12T02:25:49.183" v="77"/>
          <ac:spMkLst>
            <pc:docMk/>
            <pc:sldMk cId="2072395517" sldId="261"/>
            <ac:spMk id="3" creationId="{88622C7C-C088-6545-52BA-063FAAEB5A43}"/>
          </ac:spMkLst>
        </pc:spChg>
        <pc:spChg chg="add mod">
          <ac:chgData name="kuljot bakshi" userId="e18f591f5991c12c" providerId="LiveId" clId="{848BE52E-FEF7-44CF-B8AB-7264220E5FAA}" dt="2026-01-12T02:26:39.819" v="90" actId="13822"/>
          <ac:spMkLst>
            <pc:docMk/>
            <pc:sldMk cId="2072395517" sldId="261"/>
            <ac:spMk id="5" creationId="{A2D9B881-36C2-B8C4-A13D-30207309C5C5}"/>
          </ac:spMkLst>
        </pc:spChg>
        <pc:spChg chg="add mod">
          <ac:chgData name="kuljot bakshi" userId="e18f591f5991c12c" providerId="LiveId" clId="{848BE52E-FEF7-44CF-B8AB-7264220E5FAA}" dt="2026-01-12T02:27:01.678" v="96" actId="14100"/>
          <ac:spMkLst>
            <pc:docMk/>
            <pc:sldMk cId="2072395517" sldId="261"/>
            <ac:spMk id="7" creationId="{5722DC33-B4F4-F682-C2BE-77CC0E1B97FE}"/>
          </ac:spMkLst>
        </pc:spChg>
        <pc:picChg chg="add mod">
          <ac:chgData name="kuljot bakshi" userId="e18f591f5991c12c" providerId="LiveId" clId="{848BE52E-FEF7-44CF-B8AB-7264220E5FAA}" dt="2026-01-12T02:26:05.923" v="83" actId="1076"/>
          <ac:picMkLst>
            <pc:docMk/>
            <pc:sldMk cId="2072395517" sldId="261"/>
            <ac:picMk id="5122" creationId="{060C048C-E860-7F7E-02FF-E007B7B6EB6A}"/>
          </ac:picMkLst>
        </pc:picChg>
        <pc:picChg chg="add mod">
          <ac:chgData name="kuljot bakshi" userId="e18f591f5991c12c" providerId="LiveId" clId="{848BE52E-FEF7-44CF-B8AB-7264220E5FAA}" dt="2026-01-12T02:26:04.532" v="82" actId="1076"/>
          <ac:picMkLst>
            <pc:docMk/>
            <pc:sldMk cId="2072395517" sldId="261"/>
            <ac:picMk id="5124" creationId="{CCD75FFC-DFF0-92DB-7C17-CDA6D1E35F60}"/>
          </ac:picMkLst>
        </pc:picChg>
      </pc:sldChg>
      <pc:sldChg chg="addSp delSp modSp new mod">
        <pc:chgData name="kuljot bakshi" userId="e18f591f5991c12c" providerId="LiveId" clId="{848BE52E-FEF7-44CF-B8AB-7264220E5FAA}" dt="2026-01-12T02:36:12.686" v="228" actId="2711"/>
        <pc:sldMkLst>
          <pc:docMk/>
          <pc:sldMk cId="3331332122" sldId="262"/>
        </pc:sldMkLst>
        <pc:spChg chg="mod">
          <ac:chgData name="kuljot bakshi" userId="e18f591f5991c12c" providerId="LiveId" clId="{848BE52E-FEF7-44CF-B8AB-7264220E5FAA}" dt="2026-01-12T02:27:37.437" v="143" actId="1076"/>
          <ac:spMkLst>
            <pc:docMk/>
            <pc:sldMk cId="3331332122" sldId="262"/>
            <ac:spMk id="2" creationId="{48297DC5-4847-647C-575A-3395E050C05F}"/>
          </ac:spMkLst>
        </pc:spChg>
        <pc:spChg chg="del">
          <ac:chgData name="kuljot bakshi" userId="e18f591f5991c12c" providerId="LiveId" clId="{848BE52E-FEF7-44CF-B8AB-7264220E5FAA}" dt="2026-01-12T02:28:05.326" v="144"/>
          <ac:spMkLst>
            <pc:docMk/>
            <pc:sldMk cId="3331332122" sldId="262"/>
            <ac:spMk id="3" creationId="{AAAD7654-D094-0508-05F1-C72DF61038F6}"/>
          </ac:spMkLst>
        </pc:spChg>
        <pc:spChg chg="add mod">
          <ac:chgData name="kuljot bakshi" userId="e18f591f5991c12c" providerId="LiveId" clId="{848BE52E-FEF7-44CF-B8AB-7264220E5FAA}" dt="2026-01-12T02:29:20.280" v="158" actId="13822"/>
          <ac:spMkLst>
            <pc:docMk/>
            <pc:sldMk cId="3331332122" sldId="262"/>
            <ac:spMk id="5" creationId="{A68E07E3-FA68-D505-8215-4C735B861A9F}"/>
          </ac:spMkLst>
        </pc:spChg>
        <pc:spChg chg="add">
          <ac:chgData name="kuljot bakshi" userId="e18f591f5991c12c" providerId="LiveId" clId="{848BE52E-FEF7-44CF-B8AB-7264220E5FAA}" dt="2026-01-12T02:29:33.569" v="159"/>
          <ac:spMkLst>
            <pc:docMk/>
            <pc:sldMk cId="3331332122" sldId="262"/>
            <ac:spMk id="6" creationId="{F02B9B98-0F5F-4D77-A926-11B7DEA1142F}"/>
          </ac:spMkLst>
        </pc:spChg>
        <pc:spChg chg="add mod">
          <ac:chgData name="kuljot bakshi" userId="e18f591f5991c12c" providerId="LiveId" clId="{848BE52E-FEF7-44CF-B8AB-7264220E5FAA}" dt="2026-01-12T02:36:12.686" v="228" actId="2711"/>
          <ac:spMkLst>
            <pc:docMk/>
            <pc:sldMk cId="3331332122" sldId="262"/>
            <ac:spMk id="7" creationId="{279D9F2E-3F36-9F7A-BB27-C9BA7D6BCF2A}"/>
          </ac:spMkLst>
        </pc:spChg>
        <pc:picChg chg="add mod">
          <ac:chgData name="kuljot bakshi" userId="e18f591f5991c12c" providerId="LiveId" clId="{848BE52E-FEF7-44CF-B8AB-7264220E5FAA}" dt="2026-01-12T02:28:12.628" v="148" actId="1076"/>
          <ac:picMkLst>
            <pc:docMk/>
            <pc:sldMk cId="3331332122" sldId="262"/>
            <ac:picMk id="6146" creationId="{17CAFB24-815E-D06E-FC61-93553785E1A4}"/>
          </ac:picMkLst>
        </pc:picChg>
        <pc:picChg chg="add mod">
          <ac:chgData name="kuljot bakshi" userId="e18f591f5991c12c" providerId="LiveId" clId="{848BE52E-FEF7-44CF-B8AB-7264220E5FAA}" dt="2026-01-12T02:28:51.172" v="153" actId="1076"/>
          <ac:picMkLst>
            <pc:docMk/>
            <pc:sldMk cId="3331332122" sldId="262"/>
            <ac:picMk id="6148" creationId="{6929C4BE-22CC-012F-8588-4E70FD7058C0}"/>
          </ac:picMkLst>
        </pc:picChg>
      </pc:sldChg>
      <pc:sldChg chg="addSp delSp modSp new mod">
        <pc:chgData name="kuljot bakshi" userId="e18f591f5991c12c" providerId="LiveId" clId="{848BE52E-FEF7-44CF-B8AB-7264220E5FAA}" dt="2026-01-12T02:37:00.305" v="246" actId="13822"/>
        <pc:sldMkLst>
          <pc:docMk/>
          <pc:sldMk cId="3494338570" sldId="263"/>
        </pc:sldMkLst>
        <pc:spChg chg="mod">
          <ac:chgData name="kuljot bakshi" userId="e18f591f5991c12c" providerId="LiveId" clId="{848BE52E-FEF7-44CF-B8AB-7264220E5FAA}" dt="2026-01-12T02:34:01.339" v="209" actId="1076"/>
          <ac:spMkLst>
            <pc:docMk/>
            <pc:sldMk cId="3494338570" sldId="263"/>
            <ac:spMk id="2" creationId="{FA44FDC9-0F66-F723-83D7-23756101BF49}"/>
          </ac:spMkLst>
        </pc:spChg>
        <pc:spChg chg="del">
          <ac:chgData name="kuljot bakshi" userId="e18f591f5991c12c" providerId="LiveId" clId="{848BE52E-FEF7-44CF-B8AB-7264220E5FAA}" dt="2026-01-12T02:34:02.342" v="210" actId="22"/>
          <ac:spMkLst>
            <pc:docMk/>
            <pc:sldMk cId="3494338570" sldId="263"/>
            <ac:spMk id="3" creationId="{EBF5BAE1-E401-5260-4350-E824DED3CDC7}"/>
          </ac:spMkLst>
        </pc:spChg>
        <pc:spChg chg="add mod">
          <ac:chgData name="kuljot bakshi" userId="e18f591f5991c12c" providerId="LiveId" clId="{848BE52E-FEF7-44CF-B8AB-7264220E5FAA}" dt="2026-01-12T02:37:00.305" v="246" actId="13822"/>
          <ac:spMkLst>
            <pc:docMk/>
            <pc:sldMk cId="3494338570" sldId="263"/>
            <ac:spMk id="6" creationId="{33135202-D543-B1C7-98E8-81B6FD952E89}"/>
          </ac:spMkLst>
        </pc:spChg>
        <pc:spChg chg="add mod">
          <ac:chgData name="kuljot bakshi" userId="e18f591f5991c12c" providerId="LiveId" clId="{848BE52E-FEF7-44CF-B8AB-7264220E5FAA}" dt="2026-01-12T02:36:58.342" v="245" actId="13822"/>
          <ac:spMkLst>
            <pc:docMk/>
            <pc:sldMk cId="3494338570" sldId="263"/>
            <ac:spMk id="8" creationId="{017904EA-00A5-A96F-FFAF-093C515CEB3E}"/>
          </ac:spMkLst>
        </pc:spChg>
        <pc:picChg chg="add mod ord">
          <ac:chgData name="kuljot bakshi" userId="e18f591f5991c12c" providerId="LiveId" clId="{848BE52E-FEF7-44CF-B8AB-7264220E5FAA}" dt="2026-01-12T02:36:41.050" v="238" actId="1076"/>
          <ac:picMkLst>
            <pc:docMk/>
            <pc:sldMk cId="3494338570" sldId="263"/>
            <ac:picMk id="5" creationId="{E2B776B7-B4E9-A8C7-FB45-FEE00E6E8D0C}"/>
          </ac:picMkLst>
        </pc:picChg>
        <pc:picChg chg="add mod">
          <ac:chgData name="kuljot bakshi" userId="e18f591f5991c12c" providerId="LiveId" clId="{848BE52E-FEF7-44CF-B8AB-7264220E5FAA}" dt="2026-01-12T02:34:55.356" v="219" actId="1076"/>
          <ac:picMkLst>
            <pc:docMk/>
            <pc:sldMk cId="3494338570" sldId="263"/>
            <ac:picMk id="7170" creationId="{2020E99C-0408-C89A-13ED-93AFB5E33BE1}"/>
          </ac:picMkLst>
        </pc:picChg>
      </pc:sldChg>
      <pc:sldChg chg="addSp delSp modSp new mod ord">
        <pc:chgData name="kuljot bakshi" userId="e18f591f5991c12c" providerId="LiveId" clId="{848BE52E-FEF7-44CF-B8AB-7264220E5FAA}" dt="2026-01-12T02:40:51.740" v="313" actId="13822"/>
        <pc:sldMkLst>
          <pc:docMk/>
          <pc:sldMk cId="2493542186" sldId="264"/>
        </pc:sldMkLst>
        <pc:spChg chg="mod">
          <ac:chgData name="kuljot bakshi" userId="e18f591f5991c12c" providerId="LiveId" clId="{848BE52E-FEF7-44CF-B8AB-7264220E5FAA}" dt="2026-01-12T02:39:02.403" v="301" actId="1076"/>
          <ac:spMkLst>
            <pc:docMk/>
            <pc:sldMk cId="2493542186" sldId="264"/>
            <ac:spMk id="2" creationId="{3E40EFF3-1C97-53CF-B36B-43988C48FA9D}"/>
          </ac:spMkLst>
        </pc:spChg>
        <pc:spChg chg="del">
          <ac:chgData name="kuljot bakshi" userId="e18f591f5991c12c" providerId="LiveId" clId="{848BE52E-FEF7-44CF-B8AB-7264220E5FAA}" dt="2026-01-12T02:37:51.033" v="284" actId="22"/>
          <ac:spMkLst>
            <pc:docMk/>
            <pc:sldMk cId="2493542186" sldId="264"/>
            <ac:spMk id="3" creationId="{BFF78B3B-D520-358E-85B2-19AEC8065831}"/>
          </ac:spMkLst>
        </pc:spChg>
        <pc:spChg chg="add mod">
          <ac:chgData name="kuljot bakshi" userId="e18f591f5991c12c" providerId="LiveId" clId="{848BE52E-FEF7-44CF-B8AB-7264220E5FAA}" dt="2026-01-12T02:40:33.606" v="309" actId="13822"/>
          <ac:spMkLst>
            <pc:docMk/>
            <pc:sldMk cId="2493542186" sldId="264"/>
            <ac:spMk id="9" creationId="{5B5A433C-2616-9305-3D4E-B45BE9E314B1}"/>
          </ac:spMkLst>
        </pc:spChg>
        <pc:spChg chg="add mod">
          <ac:chgData name="kuljot bakshi" userId="e18f591f5991c12c" providerId="LiveId" clId="{848BE52E-FEF7-44CF-B8AB-7264220E5FAA}" dt="2026-01-12T02:40:51.740" v="313" actId="13822"/>
          <ac:spMkLst>
            <pc:docMk/>
            <pc:sldMk cId="2493542186" sldId="264"/>
            <ac:spMk id="11" creationId="{119FF13B-2FD2-B37B-6A8D-DEBA6416A886}"/>
          </ac:spMkLst>
        </pc:spChg>
        <pc:picChg chg="add mod ord">
          <ac:chgData name="kuljot bakshi" userId="e18f591f5991c12c" providerId="LiveId" clId="{848BE52E-FEF7-44CF-B8AB-7264220E5FAA}" dt="2026-01-12T02:38:37.501" v="295" actId="1076"/>
          <ac:picMkLst>
            <pc:docMk/>
            <pc:sldMk cId="2493542186" sldId="264"/>
            <ac:picMk id="5" creationId="{FCC5ACB7-2A46-887A-9F1A-3DA20135AABF}"/>
          </ac:picMkLst>
        </pc:picChg>
        <pc:picChg chg="add mod">
          <ac:chgData name="kuljot bakshi" userId="e18f591f5991c12c" providerId="LiveId" clId="{848BE52E-FEF7-44CF-B8AB-7264220E5FAA}" dt="2026-01-12T02:38:49.541" v="300" actId="1076"/>
          <ac:picMkLst>
            <pc:docMk/>
            <pc:sldMk cId="2493542186" sldId="264"/>
            <ac:picMk id="7" creationId="{C5D548B6-4872-114B-6B2D-B6C6CE7FCCA5}"/>
          </ac:picMkLst>
        </pc:picChg>
      </pc:sldChg>
      <pc:sldChg chg="addSp delSp modSp new mod">
        <pc:chgData name="kuljot bakshi" userId="e18f591f5991c12c" providerId="LiveId" clId="{848BE52E-FEF7-44CF-B8AB-7264220E5FAA}" dt="2026-01-12T02:44:02.241" v="375" actId="13822"/>
        <pc:sldMkLst>
          <pc:docMk/>
          <pc:sldMk cId="415773468" sldId="265"/>
        </pc:sldMkLst>
        <pc:spChg chg="mod">
          <ac:chgData name="kuljot bakshi" userId="e18f591f5991c12c" providerId="LiveId" clId="{848BE52E-FEF7-44CF-B8AB-7264220E5FAA}" dt="2026-01-12T02:43:22.445" v="370" actId="1076"/>
          <ac:spMkLst>
            <pc:docMk/>
            <pc:sldMk cId="415773468" sldId="265"/>
            <ac:spMk id="2" creationId="{5491F8C5-DE07-5191-F2A6-488407895864}"/>
          </ac:spMkLst>
        </pc:spChg>
        <pc:spChg chg="del">
          <ac:chgData name="kuljot bakshi" userId="e18f591f5991c12c" providerId="LiveId" clId="{848BE52E-FEF7-44CF-B8AB-7264220E5FAA}" dt="2026-01-12T02:43:06.049" v="362" actId="22"/>
          <ac:spMkLst>
            <pc:docMk/>
            <pc:sldMk cId="415773468" sldId="265"/>
            <ac:spMk id="3" creationId="{57E9EDDE-2FDB-A814-7A9C-0DE9CF0FE744}"/>
          </ac:spMkLst>
        </pc:spChg>
        <pc:spChg chg="add mod">
          <ac:chgData name="kuljot bakshi" userId="e18f591f5991c12c" providerId="LiveId" clId="{848BE52E-FEF7-44CF-B8AB-7264220E5FAA}" dt="2026-01-12T02:44:02.241" v="375" actId="13822"/>
          <ac:spMkLst>
            <pc:docMk/>
            <pc:sldMk cId="415773468" sldId="265"/>
            <ac:spMk id="7" creationId="{A73D62EA-9004-D24C-321E-86E9FEBFC4A5}"/>
          </ac:spMkLst>
        </pc:spChg>
        <pc:picChg chg="add mod ord">
          <ac:chgData name="kuljot bakshi" userId="e18f591f5991c12c" providerId="LiveId" clId="{848BE52E-FEF7-44CF-B8AB-7264220E5FAA}" dt="2026-01-12T02:43:08.309" v="363" actId="1076"/>
          <ac:picMkLst>
            <pc:docMk/>
            <pc:sldMk cId="415773468" sldId="265"/>
            <ac:picMk id="5" creationId="{7649F170-4C96-A4E0-DC8B-A76F46F034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60714-0252-45A2-87FE-817CACB3D83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7904C-3AD7-450B-B582-B7030AF7F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51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7904C-3AD7-450B-B582-B7030AF7F40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921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1ADF-30B3-9D0A-C8E8-5366388A2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32ACB-F8D2-5E61-B163-846646A3B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8753D-777B-6755-7B64-2BAF28BD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88859-1ADA-D87E-B4D9-4FA1D3980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0433D-30C4-8EEF-D5C7-1CC5F886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23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E3452-6846-5439-FEDD-99C87E077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4DA93-0E50-4917-49C1-1B059253E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378B1-6BA4-5EB1-0929-EA258675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EF88F-0964-1BA9-D033-C7FBE610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63DB6-DF45-296B-A766-62D55299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4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CF04-FB55-3AAE-651E-DFF9D790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93614-3E89-6D14-65C2-2BCB384EC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80AAB-3BD0-114F-87D1-BD75B959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985D9-84BF-B88D-EB59-AAB7426D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9934B-2FF8-F579-B7F0-D7BEAA2E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49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0F2C-C3BE-C73C-1A7D-D3314988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CC4BF-2AD6-669B-B497-6CCBBE7C3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183E0-9697-B5A6-9A42-11B496255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27C90-A36E-247A-C74B-584DAA77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C5D36-544A-8235-48A0-5E0A26EB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1F15E-0D15-00A2-6981-62A187D0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39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66FA-CF4C-80B8-03A5-28A3C59C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45131-169C-94B9-2791-38D3DF83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221A4-B264-2870-A35F-7B65EA862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3550D5-7880-37F3-6D12-67BD2BADA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F7271-D547-8EDD-FD97-DCB6405D8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2DCE2-2A7F-A0A9-DC88-7B06A3B9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7ADCCC-39D2-55D1-BED8-FDCA87A3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E6CAD-4192-E836-028E-04C659F6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77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7DE9-8C2B-0B12-FB9D-8093AC21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916FC7-489E-E503-C1A8-E6DA640F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50A4CD-1F2C-8226-B49A-8F34F00B9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A4F13-E412-2010-78C3-722ADBB3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85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56B12-F44C-7BB1-55A1-E9A1B215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72F50A-C782-ECC8-B55C-DE7CA281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AD7B8-7D2D-C67E-C6DE-2D71CF0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82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0086-9D2F-B099-BDDD-6B6BFEA0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4B88E-AC5A-2F69-12AD-74896F180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D883C-0923-4709-823B-CE067AAFB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8FF7C-7E27-6346-4BF0-9623B94A6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FC135-1052-292E-997D-4A0655CC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5C178-A39B-4E9F-1899-16F83A0DF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56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1F74-4D53-E3F4-ADCF-C21F0430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664B1-2C24-E35B-665A-59E1EDF84E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5AAAC-9058-7731-9E04-51DDD27F5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5F317-50BC-EA35-03A5-0B25C4B6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D5F50-7F46-915F-33CB-2260A74C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4B207-FB4C-3DBE-9FBE-3A88ADD4D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0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B2DB-307C-A098-7CF8-630EA8D2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1AC81-EAAE-DBB9-37DF-2F951985F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B4950-E7D4-3E4B-D057-D0BC7850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5D5F4-9F8A-9DAB-B2F7-64702641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86A5B-D547-6F06-3CA6-E17EE212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19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B7F309-C3FD-56D0-FCFE-67D383A05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DEE8F-54F8-C01B-617C-DCDEEEE2B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AE4DE-904F-A748-3743-FC5A8020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6ED8A-FD2A-E0AD-0510-C3AE07D1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E3D1-313E-BADF-47F7-77CB41DC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0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5F0F87-04DD-1CEE-C42E-1C9BD6C0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B5A64-D9E6-1203-E4CD-78113C6BD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A0FD5-E725-E44D-2874-5F8399409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501235-5551-4CCA-A5C0-AD27C6B733D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9A940-D69C-400E-30DA-86AEE4036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70711-54C6-A5A0-4C59-59A6822F3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80F15-48A6-4390-B2CE-DA8FDFE56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45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ADF6-A236-42A3-4662-F3AB2C070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5239" y="3519470"/>
            <a:ext cx="9144000" cy="2387600"/>
          </a:xfrm>
        </p:spPr>
        <p:txBody>
          <a:bodyPr/>
          <a:lstStyle/>
          <a:p>
            <a:r>
              <a:rPr lang="en-US" dirty="0"/>
              <a:t>Introduction to Databricks</a:t>
            </a:r>
            <a:endParaRPr lang="en-IN" dirty="0"/>
          </a:p>
        </p:txBody>
      </p:sp>
      <p:pic>
        <p:nvPicPr>
          <p:cNvPr id="1028" name="Picture 4" descr="Databricks Logo and symbol, meaning, history, PNG, brand">
            <a:extLst>
              <a:ext uri="{FF2B5EF4-FFF2-40B4-BE49-F238E27FC236}">
                <a16:creationId xmlns:a16="http://schemas.microsoft.com/office/drawing/2014/main" id="{4E93FA77-2912-202A-F38E-92BD8885E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599" y="1119884"/>
            <a:ext cx="5634802" cy="316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28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2B5C-70FB-054C-E028-04FA5A9C0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84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Databricks ?</a:t>
            </a:r>
            <a:endParaRPr lang="en-IN" dirty="0"/>
          </a:p>
        </p:txBody>
      </p:sp>
      <p:pic>
        <p:nvPicPr>
          <p:cNvPr id="2050" name="Picture 2" descr="Databricks data intelligence platform">
            <a:extLst>
              <a:ext uri="{FF2B5EF4-FFF2-40B4-BE49-F238E27FC236}">
                <a16:creationId xmlns:a16="http://schemas.microsoft.com/office/drawing/2014/main" id="{97ED3A61-D429-4565-8E93-F3E4DD50B0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999" y="1480151"/>
            <a:ext cx="5124227" cy="481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10565C-6F9F-1D59-1910-9443A25521E4}"/>
              </a:ext>
            </a:extLst>
          </p:cNvPr>
          <p:cNvSpPr txBox="1"/>
          <p:nvPr/>
        </p:nvSpPr>
        <p:spPr>
          <a:xfrm>
            <a:off x="202915" y="1480151"/>
            <a:ext cx="5893085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Databricks is a unified, open analytics platform for building, deploying, sharing, and maintaining enterprise-grade data, analytics, and AI solutions at scale. 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B1D7B-1039-554C-2411-1195C760B8ED}"/>
              </a:ext>
            </a:extLst>
          </p:cNvPr>
          <p:cNvSpPr txBox="1"/>
          <p:nvPr/>
        </p:nvSpPr>
        <p:spPr>
          <a:xfrm>
            <a:off x="202914" y="3429000"/>
            <a:ext cx="5893085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The Databricks Data Intelligence Platform integrates with cloud storage and security in your cloud account, and manages and deploys cloud infrastructure for you.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D79847-56FB-EA69-94AD-5782803FFA0F}"/>
              </a:ext>
            </a:extLst>
          </p:cNvPr>
          <p:cNvSpPr txBox="1"/>
          <p:nvPr/>
        </p:nvSpPr>
        <p:spPr>
          <a:xfrm>
            <a:off x="202914" y="5497346"/>
            <a:ext cx="5893085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Databricks is committed to the open source community and manages updates of open source integrations with the Databricks Runtime releases.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42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3399E-468C-6A83-DAF3-A3F7FDBE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941" y="-1074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Databricks Data Intelligence Platform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951D47-CDB8-7BDA-6F78-BE68360DC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4658" y="1537949"/>
            <a:ext cx="8062684" cy="451352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6D0F95B-9E0C-CB01-69ED-B5D0A46ECF2F}"/>
              </a:ext>
            </a:extLst>
          </p:cNvPr>
          <p:cNvSpPr/>
          <p:nvPr/>
        </p:nvSpPr>
        <p:spPr>
          <a:xfrm>
            <a:off x="4215828" y="5280916"/>
            <a:ext cx="3965825" cy="349322"/>
          </a:xfrm>
          <a:prstGeom prst="ellipse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22B5A-A963-65A9-6370-A0F0162F0639}"/>
              </a:ext>
            </a:extLst>
          </p:cNvPr>
          <p:cNvSpPr txBox="1"/>
          <p:nvPr/>
        </p:nvSpPr>
        <p:spPr>
          <a:xfrm>
            <a:off x="4700425" y="6092575"/>
            <a:ext cx="2666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Storage and Data Processing Layer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4D008C-DA81-B8A3-37B5-ACCF82873D03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6033498" y="5630238"/>
            <a:ext cx="165243" cy="462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E9463E4-82BC-A0AF-B9FC-7984C4D570BC}"/>
              </a:ext>
            </a:extLst>
          </p:cNvPr>
          <p:cNvSpPr/>
          <p:nvPr/>
        </p:nvSpPr>
        <p:spPr>
          <a:xfrm>
            <a:off x="4347680" y="4786383"/>
            <a:ext cx="3965825" cy="349322"/>
          </a:xfrm>
          <a:prstGeom prst="ellipse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BE8331-3677-BF64-66BA-D447CF18A2E1}"/>
              </a:ext>
            </a:extLst>
          </p:cNvPr>
          <p:cNvSpPr txBox="1"/>
          <p:nvPr/>
        </p:nvSpPr>
        <p:spPr>
          <a:xfrm>
            <a:off x="106165" y="4796831"/>
            <a:ext cx="266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Governance Layer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704FEE-45D1-C643-28F6-E7D2F8B844C6}"/>
              </a:ext>
            </a:extLst>
          </p:cNvPr>
          <p:cNvCxnSpPr>
            <a:cxnSpLocks/>
          </p:cNvCxnSpPr>
          <p:nvPr/>
        </p:nvCxnSpPr>
        <p:spPr>
          <a:xfrm flipH="1">
            <a:off x="2751762" y="4950259"/>
            <a:ext cx="15959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B02E1FF-414A-FE40-0001-296A4FA804AC}"/>
              </a:ext>
            </a:extLst>
          </p:cNvPr>
          <p:cNvSpPr/>
          <p:nvPr/>
        </p:nvSpPr>
        <p:spPr>
          <a:xfrm>
            <a:off x="2751762" y="2938408"/>
            <a:ext cx="6844300" cy="1365515"/>
          </a:xfrm>
          <a:prstGeom prst="ellipse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E6C270-6F0A-971F-8B76-D8E4F5F19DB1}"/>
              </a:ext>
            </a:extLst>
          </p:cNvPr>
          <p:cNvSpPr txBox="1"/>
          <p:nvPr/>
        </p:nvSpPr>
        <p:spPr>
          <a:xfrm>
            <a:off x="381855" y="2011996"/>
            <a:ext cx="266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AI/BI Layer</a:t>
            </a:r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FAC7A3-14AB-5CB1-F4A1-BFA918A03559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H="1" flipV="1">
            <a:off x="1714928" y="2381328"/>
            <a:ext cx="4458984" cy="557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58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A4B7-729A-BE34-4E63-5AD0F7FB6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6" y="-15885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Concept of a Data Lake</a:t>
            </a:r>
            <a:endParaRPr lang="en-IN" dirty="0"/>
          </a:p>
        </p:txBody>
      </p:sp>
      <p:pic>
        <p:nvPicPr>
          <p:cNvPr id="4098" name="Picture 2" descr="What is a Data Lake? | Qlik">
            <a:extLst>
              <a:ext uri="{FF2B5EF4-FFF2-40B4-BE49-F238E27FC236}">
                <a16:creationId xmlns:a16="http://schemas.microsoft.com/office/drawing/2014/main" id="{0129580D-E3A8-D2A2-989D-3992DA72DE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288" y="1589320"/>
            <a:ext cx="5569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A4F092-3433-0AD7-6AC9-A9CE0AC5C7B1}"/>
              </a:ext>
            </a:extLst>
          </p:cNvPr>
          <p:cNvSpPr txBox="1"/>
          <p:nvPr/>
        </p:nvSpPr>
        <p:spPr>
          <a:xfrm>
            <a:off x="54235" y="1456665"/>
            <a:ext cx="6305467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Concept of a Data Lake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Data Lake</a:t>
            </a:r>
            <a:r>
              <a:rPr lang="en-US" dirty="0"/>
              <a:t> is a </a:t>
            </a:r>
            <a:r>
              <a:rPr lang="en-US" b="1" dirty="0"/>
              <a:t>centralized storage</a:t>
            </a:r>
            <a:r>
              <a:rPr lang="en-US" dirty="0"/>
              <a:t> system for </a:t>
            </a:r>
            <a:r>
              <a:rPr lang="en-US" b="1" dirty="0"/>
              <a:t>all types of data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data in its </a:t>
            </a:r>
            <a:r>
              <a:rPr lang="en-US" b="1" dirty="0"/>
              <a:t>raw, native format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to scale </a:t>
            </a:r>
            <a:r>
              <a:rPr lang="en-US" b="1" dirty="0"/>
              <a:t>cheaply and infinitely</a:t>
            </a:r>
            <a:r>
              <a:rPr lang="en-US" dirty="0"/>
              <a:t> using cloud object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to store vast amounts of structured, semi-structured and unstructured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2361E-AE84-FF62-843F-232620F0CB9B}"/>
              </a:ext>
            </a:extLst>
          </p:cNvPr>
          <p:cNvSpPr txBox="1"/>
          <p:nvPr/>
        </p:nvSpPr>
        <p:spPr>
          <a:xfrm>
            <a:off x="54235" y="4374995"/>
            <a:ext cx="6305466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Schema-on-Read Principle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is stored </a:t>
            </a:r>
            <a:r>
              <a:rPr lang="en-US" b="1" dirty="0"/>
              <a:t>without enforcing a schema upfront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Schema is applied </a:t>
            </a:r>
            <a:r>
              <a:rPr lang="en-US" b="1" dirty="0"/>
              <a:t>at query or processing time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faster ingestion and flexibility for evolving data sources</a:t>
            </a:r>
          </a:p>
        </p:txBody>
      </p:sp>
    </p:spTree>
    <p:extLst>
      <p:ext uri="{BB962C8B-B14F-4D97-AF65-F5344CB8AC3E}">
        <p14:creationId xmlns:p14="http://schemas.microsoft.com/office/powerpoint/2010/main" val="241139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C865-A463-D92D-BF38-484B793A4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83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Delta Lake and Parquet =&gt; Storage Layer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135D5C-F571-6CEE-6DA9-57B0B34C5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387" y="1027334"/>
            <a:ext cx="3335429" cy="312562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669537-4BC7-DABB-FB24-F1B1D9108F9C}"/>
              </a:ext>
            </a:extLst>
          </p:cNvPr>
          <p:cNvSpPr txBox="1"/>
          <p:nvPr/>
        </p:nvSpPr>
        <p:spPr>
          <a:xfrm>
            <a:off x="449491" y="1174412"/>
            <a:ext cx="5232115" cy="181588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Delta Lake and Parquet – Storage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Delta Lake is built on top of Parquet files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Actual data is stored as </a:t>
            </a:r>
            <a:r>
              <a:rPr lang="en-US" sz="1600" b="1" dirty="0"/>
              <a:t>immutable Parquet files</a:t>
            </a:r>
            <a:r>
              <a:rPr lang="en-US" sz="1600" dirty="0"/>
              <a:t> in cloud storage (ADLS / S3 / GCS)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Delta table is </a:t>
            </a:r>
            <a:r>
              <a:rPr lang="en-US" sz="1600" b="1" dirty="0"/>
              <a:t>not a single file</a:t>
            </a:r>
            <a:r>
              <a:rPr lang="en-US" sz="1600" dirty="0"/>
              <a:t>, but a </a:t>
            </a:r>
            <a:r>
              <a:rPr lang="en-US" sz="1600" b="1" dirty="0"/>
              <a:t>folder structure</a:t>
            </a:r>
            <a:endParaRPr lang="en-US" sz="1600" dirty="0"/>
          </a:p>
        </p:txBody>
      </p:sp>
      <p:pic>
        <p:nvPicPr>
          <p:cNvPr id="3076" name="Picture 4" descr="Processing 700 different parquet files to Delta Table in Databricks with  load incremental | by Lucas Lira Silva | Medium">
            <a:extLst>
              <a:ext uri="{FF2B5EF4-FFF2-40B4-BE49-F238E27FC236}">
                <a16:creationId xmlns:a16="http://schemas.microsoft.com/office/drawing/2014/main" id="{F36A162F-5BF5-8717-7605-7A903A184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231" y="4526437"/>
            <a:ext cx="4847277" cy="219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1B7F2A-E908-12D8-B8BB-075F1507AFED}"/>
              </a:ext>
            </a:extLst>
          </p:cNvPr>
          <p:cNvSpPr txBox="1"/>
          <p:nvPr/>
        </p:nvSpPr>
        <p:spPr>
          <a:xfrm>
            <a:off x="449489" y="3429000"/>
            <a:ext cx="5232115" cy="20621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Data Lake and Delta Lake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Databricks provides the delta lake engine.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Delta Lake brings ACID and transactional capabilities to Data Lake Storage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Delta Lake makes data stored in data lake more accountable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9355BC-6843-2D1C-04C7-6076F92E5EAC}"/>
              </a:ext>
            </a:extLst>
          </p:cNvPr>
          <p:cNvSpPr txBox="1"/>
          <p:nvPr/>
        </p:nvSpPr>
        <p:spPr>
          <a:xfrm>
            <a:off x="449489" y="5915780"/>
            <a:ext cx="5232115" cy="338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Data Lake + Delta Lake =&gt; Data Lakehouse</a:t>
            </a:r>
          </a:p>
        </p:txBody>
      </p:sp>
    </p:spTree>
    <p:extLst>
      <p:ext uri="{BB962C8B-B14F-4D97-AF65-F5344CB8AC3E}">
        <p14:creationId xmlns:p14="http://schemas.microsoft.com/office/powerpoint/2010/main" val="3268531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E81D6-FDD5-09D0-5A73-DDEA36B50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858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Spark – The Data Processing Engine</a:t>
            </a:r>
            <a:endParaRPr lang="en-IN" dirty="0"/>
          </a:p>
        </p:txBody>
      </p:sp>
      <p:pic>
        <p:nvPicPr>
          <p:cNvPr id="5122" name="Picture 2" descr="Understand the architecture of Azure Databricks spark cluster">
            <a:extLst>
              <a:ext uri="{FF2B5EF4-FFF2-40B4-BE49-F238E27FC236}">
                <a16:creationId xmlns:a16="http://schemas.microsoft.com/office/drawing/2014/main" id="{060C048C-E860-7F7E-02FF-E007B7B6EB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105" y="4736353"/>
            <a:ext cx="5682943" cy="166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ow is Databricks' Spark different from Open-Source Spark?">
            <a:extLst>
              <a:ext uri="{FF2B5EF4-FFF2-40B4-BE49-F238E27FC236}">
                <a16:creationId xmlns:a16="http://schemas.microsoft.com/office/drawing/2014/main" id="{CCD75FFC-DFF0-92DB-7C17-CDA6D1E35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550" y="978375"/>
            <a:ext cx="4524054" cy="346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9B881-36C2-B8C4-A13D-30207309C5C5}"/>
              </a:ext>
            </a:extLst>
          </p:cNvPr>
          <p:cNvSpPr txBox="1"/>
          <p:nvPr/>
        </p:nvSpPr>
        <p:spPr>
          <a:xfrm>
            <a:off x="350177" y="1609212"/>
            <a:ext cx="5745823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Spark – The Data Processing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Apache Spark</a:t>
            </a:r>
            <a:r>
              <a:rPr lang="en-US" dirty="0"/>
              <a:t> is a </a:t>
            </a:r>
            <a:r>
              <a:rPr lang="en-US" b="1" dirty="0"/>
              <a:t>distributed data processing engine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to process </a:t>
            </a:r>
            <a:r>
              <a:rPr lang="en-US" b="1" dirty="0"/>
              <a:t>large datasets in parallel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with data stored in </a:t>
            </a:r>
            <a:r>
              <a:rPr lang="en-US" b="1" dirty="0"/>
              <a:t>data lakes and Delta Lake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2DC33-B4F4-F682-C2BE-77CC0E1B97FE}"/>
              </a:ext>
            </a:extLst>
          </p:cNvPr>
          <p:cNvSpPr txBox="1"/>
          <p:nvPr/>
        </p:nvSpPr>
        <p:spPr>
          <a:xfrm>
            <a:off x="350177" y="3771460"/>
            <a:ext cx="5745823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Spark Processes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data is divided into </a:t>
            </a:r>
            <a:r>
              <a:rPr lang="en-US" b="1" dirty="0"/>
              <a:t>partitions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partition is processed </a:t>
            </a:r>
            <a:r>
              <a:rPr lang="en-US" b="1" dirty="0"/>
              <a:t>in parallel</a:t>
            </a:r>
            <a:r>
              <a:rPr lang="en-US" dirty="0"/>
              <a:t> across multiple machines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horizontal scalability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395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97DC5-4847-647C-575A-3395E050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764" y="-8693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Unity Catalog – Data Governance Layer</a:t>
            </a:r>
            <a:endParaRPr lang="en-IN" dirty="0"/>
          </a:p>
        </p:txBody>
      </p:sp>
      <p:pic>
        <p:nvPicPr>
          <p:cNvPr id="6146" name="Picture 2" descr="What is Unity Catalog? | Databricks on AWS">
            <a:extLst>
              <a:ext uri="{FF2B5EF4-FFF2-40B4-BE49-F238E27FC236}">
                <a16:creationId xmlns:a16="http://schemas.microsoft.com/office/drawing/2014/main" id="{17CAFB24-815E-D06E-FC61-93553785E1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965" y="1125609"/>
            <a:ext cx="6475695" cy="303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atabricks Unity Catalog 101: An In-Depth Guide (2026)">
            <a:extLst>
              <a:ext uri="{FF2B5EF4-FFF2-40B4-BE49-F238E27FC236}">
                <a16:creationId xmlns:a16="http://schemas.microsoft.com/office/drawing/2014/main" id="{6929C4BE-22CC-012F-8588-4E70FD705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407613"/>
            <a:ext cx="5742724" cy="234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8E07E3-FA68-D505-8215-4C735B861A9F}"/>
              </a:ext>
            </a:extLst>
          </p:cNvPr>
          <p:cNvSpPr txBox="1"/>
          <p:nvPr/>
        </p:nvSpPr>
        <p:spPr>
          <a:xfrm>
            <a:off x="156340" y="1523539"/>
            <a:ext cx="5272355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Unity Catalog – Data Governance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Unity Catalog</a:t>
            </a:r>
            <a:r>
              <a:rPr lang="en-US" dirty="0"/>
              <a:t> is Databricks’ </a:t>
            </a:r>
            <a:r>
              <a:rPr lang="en-US" b="1" dirty="0"/>
              <a:t>centralized governance layer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fine-grained access control</a:t>
            </a:r>
            <a:r>
              <a:rPr lang="en-US" dirty="0"/>
              <a:t> across all data and AI assets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across </a:t>
            </a:r>
            <a:r>
              <a:rPr lang="en-US" b="1" dirty="0"/>
              <a:t>multiple workspaces</a:t>
            </a:r>
            <a:r>
              <a:rPr lang="en-US" dirty="0"/>
              <a:t> from a </a:t>
            </a:r>
            <a:r>
              <a:rPr lang="en-US" b="1" dirty="0"/>
              <a:t>single </a:t>
            </a:r>
            <a:r>
              <a:rPr lang="en-US" b="1" dirty="0" err="1"/>
              <a:t>metastore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9D9F2E-3F36-9F7A-BB27-C9BA7D6BC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40" y="4546112"/>
            <a:ext cx="5272355" cy="147732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Unity Catalog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compute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Unity Catalog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storage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Unity Catalog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governance + access control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metastore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multiple workspaces → consistent security</a:t>
            </a:r>
          </a:p>
        </p:txBody>
      </p:sp>
    </p:spTree>
    <p:extLst>
      <p:ext uri="{BB962C8B-B14F-4D97-AF65-F5344CB8AC3E}">
        <p14:creationId xmlns:p14="http://schemas.microsoft.com/office/powerpoint/2010/main" val="3331332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EFF3-1C97-53CF-B36B-43988C48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215" y="-27187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 Engineering with Databricks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C5ACB7-2A46-887A-9F1A-3DA20135A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7506" y="902308"/>
            <a:ext cx="5620534" cy="2982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548B6-4872-114B-6B2D-B6C6CE7FC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29" y="3884632"/>
            <a:ext cx="4798887" cy="28711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5A433C-2616-9305-3D4E-B45BE9E314B1}"/>
              </a:ext>
            </a:extLst>
          </p:cNvPr>
          <p:cNvSpPr txBox="1"/>
          <p:nvPr/>
        </p:nvSpPr>
        <p:spPr>
          <a:xfrm>
            <a:off x="111303" y="1196567"/>
            <a:ext cx="5984697" cy="25853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Spark Declarative Pipelines (Delta Live Tables)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Declarative approach to building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define </a:t>
            </a:r>
            <a:r>
              <a:rPr lang="en-US" b="1" dirty="0"/>
              <a:t>what</a:t>
            </a:r>
            <a:r>
              <a:rPr lang="en-US" dirty="0"/>
              <a:t> the data should look like, not </a:t>
            </a:r>
            <a:r>
              <a:rPr lang="en-US" b="1" dirty="0"/>
              <a:t>how</a:t>
            </a:r>
            <a:r>
              <a:rPr lang="en-US" dirty="0"/>
              <a:t> to run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Databricks handles: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Automatic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Dependency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quality checks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Observability &amp;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Incremental 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9FF13B-2FD2-B37B-6A8D-DEBA6416A886}"/>
              </a:ext>
            </a:extLst>
          </p:cNvPr>
          <p:cNvSpPr txBox="1"/>
          <p:nvPr/>
        </p:nvSpPr>
        <p:spPr>
          <a:xfrm>
            <a:off x="111303" y="4166069"/>
            <a:ext cx="5984697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Lakeflow</a:t>
            </a:r>
            <a:r>
              <a:rPr lang="en-US" b="1" dirty="0"/>
              <a:t> Jobs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Orchestration layer for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Triggers (scheduled, continuous, event-based)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Control flow and dependencies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Observability and retries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Serverless execution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Governed by </a:t>
            </a:r>
            <a:r>
              <a:rPr lang="en-US" b="1" dirty="0"/>
              <a:t>Unity Catalog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54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FDC9-0F66-F723-83D7-23756101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885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GenAI Engineering with Databricks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B776B7-B4E9-A8C7-FB45-FEE00E6E8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7573" y="1166706"/>
            <a:ext cx="6412094" cy="3004023"/>
          </a:xfrm>
          <a:prstGeom prst="rect">
            <a:avLst/>
          </a:prstGeom>
        </p:spPr>
      </p:pic>
      <p:pic>
        <p:nvPicPr>
          <p:cNvPr id="7170" name="Picture 2" descr="Announcing Advanced Security and Governance in Mosaic AI Gateway |  Databricks Blog">
            <a:extLst>
              <a:ext uri="{FF2B5EF4-FFF2-40B4-BE49-F238E27FC236}">
                <a16:creationId xmlns:a16="http://schemas.microsoft.com/office/drawing/2014/main" id="{2020E99C-0408-C89A-13ED-93AFB5E33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929" y="4387066"/>
            <a:ext cx="4577822" cy="239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3135202-D543-B1C7-98E8-81B6FD952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33" y="1079970"/>
            <a:ext cx="5188449" cy="230832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Databricks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multiple GenAI development approaches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Approaches increase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complexity and compute cost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from left to right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Most enterprise use cases start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and evolve over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904EA-00A5-A96F-FFAF-093C515CEB3E}"/>
              </a:ext>
            </a:extLst>
          </p:cNvPr>
          <p:cNvSpPr txBox="1"/>
          <p:nvPr/>
        </p:nvSpPr>
        <p:spPr>
          <a:xfrm>
            <a:off x="183181" y="3556826"/>
            <a:ext cx="5246751" cy="31393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Mosaic AI Model Serving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Unified serving layer for GenAI workloads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External models</a:t>
            </a:r>
            <a:r>
              <a:rPr lang="en-IN" dirty="0"/>
              <a:t> (OpenAI, Anthropic, AI21,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Databricks-hosted models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Agents and chains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Production-ready: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Scaling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Governance</a:t>
            </a:r>
          </a:p>
        </p:txBody>
      </p:sp>
    </p:spTree>
    <p:extLst>
      <p:ext uri="{BB962C8B-B14F-4D97-AF65-F5344CB8AC3E}">
        <p14:creationId xmlns:p14="http://schemas.microsoft.com/office/powerpoint/2010/main" val="349433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F8C5-DE07-5191-F2A6-488407895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85" y="0"/>
            <a:ext cx="11912029" cy="1325563"/>
          </a:xfrm>
        </p:spPr>
        <p:txBody>
          <a:bodyPr/>
          <a:lstStyle/>
          <a:p>
            <a:r>
              <a:rPr lang="en-US" dirty="0"/>
              <a:t>Conclusion – Databricks Data Intelligence Platform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49F170-4C96-A4E0-DC8B-A76F46F03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9876" y="1665180"/>
            <a:ext cx="5572903" cy="42201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3D62EA-9004-D24C-321E-86E9FEBFC4A5}"/>
              </a:ext>
            </a:extLst>
          </p:cNvPr>
          <p:cNvSpPr txBox="1"/>
          <p:nvPr/>
        </p:nvSpPr>
        <p:spPr>
          <a:xfrm>
            <a:off x="372438" y="2759599"/>
            <a:ext cx="5499687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Databricks is a </a:t>
            </a:r>
            <a:r>
              <a:rPr lang="en-US" b="1" dirty="0"/>
              <a:t>unified Data Intelligence Platform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Brings together: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Engineering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Analytics &amp; 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Machine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GenAI workloads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on the </a:t>
            </a:r>
            <a:r>
              <a:rPr lang="en-US" b="1" dirty="0"/>
              <a:t>Lakehouse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73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567</Words>
  <Application>Microsoft Office PowerPoint</Application>
  <PresentationFormat>Widescreen</PresentationFormat>
  <Paragraphs>94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DM Sans</vt:lpstr>
      <vt:lpstr>Office Theme</vt:lpstr>
      <vt:lpstr>Introduction to Databricks</vt:lpstr>
      <vt:lpstr>What is Databricks ?</vt:lpstr>
      <vt:lpstr>The Databricks Data Intelligence Platform</vt:lpstr>
      <vt:lpstr>Concept of a Data Lake</vt:lpstr>
      <vt:lpstr>Delta Lake and Parquet =&gt; Storage Layer</vt:lpstr>
      <vt:lpstr>Spark – The Data Processing Engine</vt:lpstr>
      <vt:lpstr>Unity Catalog – Data Governance Layer</vt:lpstr>
      <vt:lpstr>Data Engineering with Databricks</vt:lpstr>
      <vt:lpstr>GenAI Engineering with Databricks</vt:lpstr>
      <vt:lpstr>Conclusion – Databricks Data Intelligence Platform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2026-01-12T02:01:57Z</dcterms:created>
  <dcterms:modified xsi:type="dcterms:W3CDTF">2026-01-12T02:44:04Z</dcterms:modified>
</cp:coreProperties>
</file>