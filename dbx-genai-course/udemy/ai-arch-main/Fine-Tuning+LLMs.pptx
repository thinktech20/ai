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FE9B3-BAE9-4EF1-82CD-690A544BA780}" v="4" dt="2026-01-01T08:01:47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">
      <pc:chgData name="kuljot bakshi" userId="e18f591f5991c12c" providerId="LiveId" clId="{848BE52E-FEF7-44CF-B8AB-7264220E5FAA}" dt="2026-01-01T08:03:08.821" v="78" actId="1076"/>
      <pc:docMkLst>
        <pc:docMk/>
      </pc:docMkLst>
      <pc:sldChg chg="addSp modSp mod">
        <pc:chgData name="kuljot bakshi" userId="e18f591f5991c12c" providerId="LiveId" clId="{848BE52E-FEF7-44CF-B8AB-7264220E5FAA}" dt="2026-01-01T08:01:26.587" v="12" actId="255"/>
        <pc:sldMkLst>
          <pc:docMk/>
          <pc:sldMk cId="3811214875" sldId="259"/>
        </pc:sldMkLst>
        <pc:spChg chg="add mod">
          <ac:chgData name="kuljot bakshi" userId="e18f591f5991c12c" providerId="LiveId" clId="{848BE52E-FEF7-44CF-B8AB-7264220E5FAA}" dt="2026-01-01T08:01:26.587" v="12" actId="255"/>
          <ac:spMkLst>
            <pc:docMk/>
            <pc:sldMk cId="3811214875" sldId="259"/>
            <ac:spMk id="3" creationId="{72857504-933C-5D51-6458-77376F330191}"/>
          </ac:spMkLst>
        </pc:spChg>
      </pc:sldChg>
      <pc:sldChg chg="addSp delSp modSp new mod">
        <pc:chgData name="kuljot bakshi" userId="e18f591f5991c12c" providerId="LiveId" clId="{848BE52E-FEF7-44CF-B8AB-7264220E5FAA}" dt="2026-01-01T08:03:08.821" v="78" actId="1076"/>
        <pc:sldMkLst>
          <pc:docMk/>
          <pc:sldMk cId="609952684" sldId="262"/>
        </pc:sldMkLst>
        <pc:spChg chg="mod">
          <ac:chgData name="kuljot bakshi" userId="e18f591f5991c12c" providerId="LiveId" clId="{848BE52E-FEF7-44CF-B8AB-7264220E5FAA}" dt="2026-01-01T08:02:10.034" v="62" actId="20577"/>
          <ac:spMkLst>
            <pc:docMk/>
            <pc:sldMk cId="609952684" sldId="262"/>
            <ac:spMk id="2" creationId="{C8D55627-B71C-BEDA-6539-E7CC9B92580D}"/>
          </ac:spMkLst>
        </pc:spChg>
        <pc:spChg chg="add del">
          <ac:chgData name="kuljot bakshi" userId="e18f591f5991c12c" providerId="LiveId" clId="{848BE52E-FEF7-44CF-B8AB-7264220E5FAA}" dt="2026-01-01T08:01:47.445" v="15" actId="931"/>
          <ac:spMkLst>
            <pc:docMk/>
            <pc:sldMk cId="609952684" sldId="262"/>
            <ac:spMk id="3" creationId="{0BAFBA19-1D02-0A64-D43E-93EC3A8B6300}"/>
          </ac:spMkLst>
        </pc:spChg>
        <pc:spChg chg="add mod">
          <ac:chgData name="kuljot bakshi" userId="e18f591f5991c12c" providerId="LiveId" clId="{848BE52E-FEF7-44CF-B8AB-7264220E5FAA}" dt="2026-01-01T08:01:31.174" v="14"/>
          <ac:spMkLst>
            <pc:docMk/>
            <pc:sldMk cId="609952684" sldId="262"/>
            <ac:spMk id="4" creationId="{38B0DEF6-0D47-CEB8-E5CE-5DA92C9DF0DD}"/>
          </ac:spMkLst>
        </pc:spChg>
        <pc:spChg chg="add mod">
          <ac:chgData name="kuljot bakshi" userId="e18f591f5991c12c" providerId="LiveId" clId="{848BE52E-FEF7-44CF-B8AB-7264220E5FAA}" dt="2026-01-01T08:03:06.476" v="77" actId="20577"/>
          <ac:spMkLst>
            <pc:docMk/>
            <pc:sldMk cId="609952684" sldId="262"/>
            <ac:spMk id="8" creationId="{1A4684FD-0358-A21F-AF5E-B48048E4BCF7}"/>
          </ac:spMkLst>
        </pc:spChg>
        <pc:picChg chg="add mod">
          <ac:chgData name="kuljot bakshi" userId="e18f591f5991c12c" providerId="LiveId" clId="{848BE52E-FEF7-44CF-B8AB-7264220E5FAA}" dt="2026-01-01T08:03:08.821" v="78" actId="1076"/>
          <ac:picMkLst>
            <pc:docMk/>
            <pc:sldMk cId="609952684" sldId="262"/>
            <ac:picMk id="6" creationId="{76954CC0-6A10-65AD-CD09-B40D553EB8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E673-6611-C795-597A-2DE4FF540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3EF3C-D4AA-D56E-515D-7BD8E2771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B3404-9D63-13C4-1332-4C1FB35A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AFD77-89AB-988F-25F5-54A6A380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D067-7F06-BF77-2856-B748F1F0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87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163E-86DE-599E-001E-6C8C9AEF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04A8-682A-D968-BA0A-8A7107C0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B607-29DC-D8A9-590D-276D196E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61CB-5838-56F2-C5AC-2A1E4BC6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CA1E-D86A-F45B-B113-CBB97F44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8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8442-B760-CBC0-5355-E6DECC81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25AB2-29FC-3C30-8C45-B9D370F3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96364-93DF-8E3F-76E1-0CDC38D3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5DBA-8380-7FF5-818F-68B4A0E9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35167-3C26-6127-9F83-3D5E7636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B715-3C26-F539-2494-248225A3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794FF-FE84-6AD8-F075-434A03D2F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66016-5AEB-3803-AF63-56CF59461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D9FCE-EB65-2735-DAD2-21889617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E744-3AF1-5DFF-7342-E597AE9B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03A83-E5FB-F05D-B1C9-6D34FA1E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8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8D5-2769-FF1C-AE64-36B5D666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390-80EE-24EC-ECE1-1B125043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4FBA6-DACB-88CF-0F49-42EB1C06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2B9F8-3593-827A-7998-C14997335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249D3-AAD3-EF13-E307-867713465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3BE14-F62A-045B-631F-8E49FAE7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85E52-E728-54CE-0DDA-20A6DD4D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6BE78-7443-242B-4CC3-C96F3055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21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FC33-3B7E-8EED-321C-A3DE3C4B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0C230-E5AA-DA00-F157-078DBE88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D37B7-FE51-44C0-CFD0-2F67E1BB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5E2B4-49A5-B6F0-C25F-D244411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0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4EB33-7BF5-21CB-8633-8AFD779D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FC99B-9E6C-7CFE-CACC-BDF09101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010D-FABE-48FD-EBD5-6E1AEB92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8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42FE-7147-A150-82F8-B7408041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A831-F028-FCF0-C5B9-7ADB4C39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BC0B8-F19E-B3D6-8109-126D843F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917C7-6C67-A009-4460-A75EC76AE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AA99A-F1A9-F818-04DA-9A97ADAC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A62E8-FF05-6BDD-9EF7-57B6E5D3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7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0E68-1364-416E-9539-BBEFB5EC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5187E-2EBF-2A03-E5E2-F282BDBC3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7CDEE-C011-AB2B-D222-05BC52F13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F53D8-6928-FEA2-EE33-DED1A662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103B-BF53-E1EB-C81E-325360CC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669FC-639D-3AAA-AE69-6F27D857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5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C261-D294-41B7-9EDB-55A4BC8C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A9A6E-4D24-EAE7-7893-3AE142685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1A434-5315-D82A-55A1-FDAD7B82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1326B-C4F8-B4D1-50FD-DC6E743E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E4724-E8C4-E971-9E5A-20EFC78C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0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BFE30-155A-1D26-C213-5FA5F4A7D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7D0E7-66F7-CEAD-63BB-6915332DA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B2361-FB7A-CD82-E178-4CCBEC96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9C9A-59CB-0F6A-D287-43876EE7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70CC-1BD5-AC68-1EA1-873677C9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9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7DBD6-556F-6FEE-605E-9AF093BD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9026D-F601-2BEA-A81B-8D2436449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2DFD-0CCE-4376-9FD8-09A2AEB7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8150E-30E3-4D36-AFC9-DE940ED090D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55A04-4270-0970-2487-B55123053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A66D-CC2E-02C4-9C04-4750A29B3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ADFAD-469C-4003-924D-EEE9FDEF1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6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0087-8C56-D928-7C87-56518D4F1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44740"/>
            <a:ext cx="9144000" cy="2387600"/>
          </a:xfrm>
        </p:spPr>
        <p:txBody>
          <a:bodyPr/>
          <a:lstStyle/>
          <a:p>
            <a:r>
              <a:rPr lang="en-US" dirty="0"/>
              <a:t>Fine-Tuning LLMs</a:t>
            </a:r>
            <a:endParaRPr lang="en-IN" dirty="0"/>
          </a:p>
        </p:txBody>
      </p:sp>
      <p:pic>
        <p:nvPicPr>
          <p:cNvPr id="4" name="Picture 4" descr="Learn how to use Microsoft Copilot | Microsoft Learn">
            <a:extLst>
              <a:ext uri="{FF2B5EF4-FFF2-40B4-BE49-F238E27FC236}">
                <a16:creationId xmlns:a16="http://schemas.microsoft.com/office/drawing/2014/main" id="{5213DA1A-6DAC-9F45-BF45-C52B898A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102" y="825660"/>
            <a:ext cx="6221796" cy="34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20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6CC2-C38E-4B16-D7F8-1AE8E888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4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Fine-Tuning?</a:t>
            </a:r>
            <a:endParaRPr lang="en-IN" dirty="0"/>
          </a:p>
        </p:txBody>
      </p:sp>
      <p:pic>
        <p:nvPicPr>
          <p:cNvPr id="1026" name="Picture 2" descr="Fine-Tune LLMs: Between Full &amp; Partial Fine Tuning — An End-to-End Python  Example to Fine-Tune with PERT/LORA on the SST Dataset | by Ouarda FENEK |  Python in Plain English">
            <a:extLst>
              <a:ext uri="{FF2B5EF4-FFF2-40B4-BE49-F238E27FC236}">
                <a16:creationId xmlns:a16="http://schemas.microsoft.com/office/drawing/2014/main" id="{3438936D-8B87-A8F0-0F49-B3EF4063CC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816" y="1694271"/>
            <a:ext cx="6130399" cy="346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7B38C-DD74-8520-EEFE-D39129E147A5}"/>
              </a:ext>
            </a:extLst>
          </p:cNvPr>
          <p:cNvSpPr txBox="1"/>
          <p:nvPr/>
        </p:nvSpPr>
        <p:spPr>
          <a:xfrm>
            <a:off x="191785" y="2274838"/>
            <a:ext cx="4935019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Fine-Tuning?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of </a:t>
            </a:r>
            <a:r>
              <a:rPr lang="en-US" b="1" dirty="0"/>
              <a:t>adapting a pre-trained Large Language Model</a:t>
            </a:r>
            <a:r>
              <a:rPr lang="en-US" dirty="0"/>
              <a:t> using additional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</a:t>
            </a:r>
            <a:r>
              <a:rPr lang="en-US" b="1" dirty="0"/>
              <a:t>model weights</a:t>
            </a:r>
            <a:r>
              <a:rPr lang="en-US" dirty="0"/>
              <a:t> to change behavior or specialize the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 </a:t>
            </a:r>
            <a:r>
              <a:rPr lang="en-US" b="1" dirty="0"/>
              <a:t>smaller, task-specific dataset</a:t>
            </a:r>
            <a:r>
              <a:rPr lang="en-US" dirty="0"/>
              <a:t> compared to original training</a:t>
            </a:r>
          </a:p>
        </p:txBody>
      </p:sp>
    </p:spTree>
    <p:extLst>
      <p:ext uri="{BB962C8B-B14F-4D97-AF65-F5344CB8AC3E}">
        <p14:creationId xmlns:p14="http://schemas.microsoft.com/office/powerpoint/2010/main" val="229634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9EA9-9E6D-2104-3311-87319B6B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Training Cycle for Fine-Tuning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9A7C15-13FE-656D-41F2-35B1C8BC1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4076" y="2485167"/>
            <a:ext cx="7621736" cy="29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5A038-0B64-16AA-490E-C719392CFB8A}"/>
              </a:ext>
            </a:extLst>
          </p:cNvPr>
          <p:cNvSpPr txBox="1"/>
          <p:nvPr/>
        </p:nvSpPr>
        <p:spPr>
          <a:xfrm>
            <a:off x="387850" y="2485167"/>
            <a:ext cx="34752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Training Cycle for Fine-Tuning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Fine-tuning adapts a </a:t>
            </a:r>
            <a:r>
              <a:rPr lang="en-US" b="1" dirty="0"/>
              <a:t>pre-trained LLM</a:t>
            </a:r>
            <a:r>
              <a:rPr lang="en-US" dirty="0"/>
              <a:t> using task-specific examples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data is formatted as </a:t>
            </a:r>
            <a:r>
              <a:rPr lang="en-US" b="1" dirty="0"/>
              <a:t>prompt → completion pairs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weights are </a:t>
            </a:r>
            <a:r>
              <a:rPr lang="en-US" b="1" dirty="0"/>
              <a:t>updated during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1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4570-F13D-7ED1-2940-F6BD76F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Fine-Tuning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671B-05E9-8749-BEEE-1EAC2157D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8784"/>
            <a:ext cx="10515600" cy="2900487"/>
          </a:xfrm>
        </p:spPr>
        <p:txBody>
          <a:bodyPr/>
          <a:lstStyle/>
          <a:p>
            <a:r>
              <a:rPr lang="en-US" dirty="0"/>
              <a:t>Customer support response templates</a:t>
            </a:r>
          </a:p>
          <a:p>
            <a:r>
              <a:rPr lang="en-US" dirty="0"/>
              <a:t>Legal or policy text classification</a:t>
            </a:r>
          </a:p>
          <a:p>
            <a:r>
              <a:rPr lang="en-US" dirty="0"/>
              <a:t>Email drafting in a specific brand voice</a:t>
            </a:r>
          </a:p>
          <a:p>
            <a:r>
              <a:rPr lang="en-US" dirty="0"/>
              <a:t>Data extraction into fixed formats</a:t>
            </a:r>
          </a:p>
          <a:p>
            <a:r>
              <a:rPr lang="en-US" dirty="0"/>
              <a:t>Controlled summarization or translation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91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D261-662F-7725-8ABB-D11D38B4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Do’s and Don'ts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7A9E4-6903-37AD-8A75-3DC64BC99127}"/>
              </a:ext>
            </a:extLst>
          </p:cNvPr>
          <p:cNvSpPr txBox="1"/>
          <p:nvPr/>
        </p:nvSpPr>
        <p:spPr>
          <a:xfrm>
            <a:off x="529975" y="2323035"/>
            <a:ext cx="4750942" cy="25853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Fine-Tuning Is Best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Enforcing </a:t>
            </a:r>
            <a:r>
              <a:rPr lang="en-US" b="1" dirty="0"/>
              <a:t>consistent tone or style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</a:t>
            </a:r>
            <a:r>
              <a:rPr lang="en-US" b="1" dirty="0"/>
              <a:t>structured output formats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Improving performance on </a:t>
            </a:r>
            <a:r>
              <a:rPr lang="en-US" b="1" dirty="0"/>
              <a:t>narrow, repetitive tasks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Encoding </a:t>
            </a:r>
            <a:r>
              <a:rPr lang="en-US" b="1" dirty="0"/>
              <a:t>domain rules</a:t>
            </a:r>
            <a:r>
              <a:rPr lang="en-US" dirty="0"/>
              <a:t> that rarely change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4270A-40C9-CBCC-BC14-BA0686923E52}"/>
              </a:ext>
            </a:extLst>
          </p:cNvPr>
          <p:cNvSpPr txBox="1"/>
          <p:nvPr/>
        </p:nvSpPr>
        <p:spPr>
          <a:xfrm>
            <a:off x="6250114" y="2461534"/>
            <a:ext cx="556602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Fine-Tuning Is NOT Good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Frequently changing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or dynamic document collections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data updates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 knowledge Q&amp;A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CBEE31-F15E-34F7-8751-0B90C828B8A5}"/>
              </a:ext>
            </a:extLst>
          </p:cNvPr>
          <p:cNvCxnSpPr/>
          <p:nvPr/>
        </p:nvCxnSpPr>
        <p:spPr>
          <a:xfrm>
            <a:off x="5866544" y="1777429"/>
            <a:ext cx="0" cy="387335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2857504-933C-5D51-6458-77376F330191}"/>
              </a:ext>
            </a:extLst>
          </p:cNvPr>
          <p:cNvSpPr txBox="1"/>
          <p:nvPr/>
        </p:nvSpPr>
        <p:spPr>
          <a:xfrm>
            <a:off x="9637160" y="3955551"/>
            <a:ext cx="2178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Use RAG</a:t>
            </a:r>
            <a:endParaRPr lang="en-I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121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5627-B71C-BEDA-6539-E7CC9B92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177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Fine-Tuning and RAG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954CC0-6A10-65AD-CD09-B40D553EB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760" y="1874885"/>
            <a:ext cx="6045725" cy="365668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4684FD-0358-A21F-AF5E-B48048E4BCF7}"/>
              </a:ext>
            </a:extLst>
          </p:cNvPr>
          <p:cNvSpPr txBox="1"/>
          <p:nvPr/>
        </p:nvSpPr>
        <p:spPr>
          <a:xfrm>
            <a:off x="431515" y="2133569"/>
            <a:ext cx="45514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Hybrid Approach (Fine-Tuning + RAG)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</a:t>
            </a:r>
            <a:r>
              <a:rPr lang="en-US" b="1" dirty="0"/>
              <a:t>both are high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Fine-tune for </a:t>
            </a:r>
            <a:r>
              <a:rPr lang="en-US" b="1" dirty="0"/>
              <a:t>behavior &amp; format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RAG for </a:t>
            </a:r>
            <a:r>
              <a:rPr lang="en-US" b="1" dirty="0"/>
              <a:t>dynamic, factual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Enterprise copilots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Regulated industry assistants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Multi-document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60995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0CF4-CEAD-E907-1468-21FAC23A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972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Fine-Tuning Key Takeaways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2764E-766B-2ED1-A1AB-486B8F60C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1" y="1228351"/>
            <a:ext cx="10072956" cy="53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2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195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Fine-Tuning LLMs</vt:lpstr>
      <vt:lpstr>What is Fine-Tuning?</vt:lpstr>
      <vt:lpstr>Training Cycle for Fine-Tuning</vt:lpstr>
      <vt:lpstr>Fine-Tuning Use Cases</vt:lpstr>
      <vt:lpstr>Do’s and Don'ts</vt:lpstr>
      <vt:lpstr>Fine-Tuning and RAG</vt:lpstr>
      <vt:lpstr>Fine-Tuning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2026-01-01T07:50:45Z</dcterms:created>
  <dcterms:modified xsi:type="dcterms:W3CDTF">2026-01-01T08:03:09Z</dcterms:modified>
</cp:coreProperties>
</file>