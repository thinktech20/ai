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  <p:sldId id="265" r:id="rId8"/>
    <p:sldId id="263" r:id="rId9"/>
    <p:sldId id="267" r:id="rId10"/>
    <p:sldId id="262" r:id="rId11"/>
    <p:sldId id="266" r:id="rId12"/>
    <p:sldId id="264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D8B3B62-8300-4F39-9D2A-671595EB8C7D}" v="76" dt="2026-01-13T18:03:16.3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uljot bakshi" userId="e18f591f5991c12c" providerId="LiveId" clId="{848BE52E-FEF7-44CF-B8AB-7264220E5FAA}"/>
    <pc:docChg chg="undo custSel addSld modSld sldOrd">
      <pc:chgData name="kuljot bakshi" userId="e18f591f5991c12c" providerId="LiveId" clId="{848BE52E-FEF7-44CF-B8AB-7264220E5FAA}" dt="2026-01-13T18:13:08.555" v="825" actId="1076"/>
      <pc:docMkLst>
        <pc:docMk/>
      </pc:docMkLst>
      <pc:sldChg chg="addSp delSp modSp new mod">
        <pc:chgData name="kuljot bakshi" userId="e18f591f5991c12c" providerId="LiveId" clId="{848BE52E-FEF7-44CF-B8AB-7264220E5FAA}" dt="2026-01-13T17:16:34.069" v="73" actId="1076"/>
        <pc:sldMkLst>
          <pc:docMk/>
          <pc:sldMk cId="3220433283" sldId="258"/>
        </pc:sldMkLst>
        <pc:spChg chg="mod">
          <ac:chgData name="kuljot bakshi" userId="e18f591f5991c12c" providerId="LiveId" clId="{848BE52E-FEF7-44CF-B8AB-7264220E5FAA}" dt="2026-01-13T17:16:34.069" v="73" actId="1076"/>
          <ac:spMkLst>
            <pc:docMk/>
            <pc:sldMk cId="3220433283" sldId="258"/>
            <ac:spMk id="2" creationId="{EFAC0CA6-BAFD-0517-C4F4-907DFCEC228B}"/>
          </ac:spMkLst>
        </pc:spChg>
        <pc:spChg chg="del">
          <ac:chgData name="kuljot bakshi" userId="e18f591f5991c12c" providerId="LiveId" clId="{848BE52E-FEF7-44CF-B8AB-7264220E5FAA}" dt="2026-01-13T17:14:05.376" v="44"/>
          <ac:spMkLst>
            <pc:docMk/>
            <pc:sldMk cId="3220433283" sldId="258"/>
            <ac:spMk id="3" creationId="{88B9270B-8375-722B-5626-7268A848182B}"/>
          </ac:spMkLst>
        </pc:spChg>
        <pc:spChg chg="add mod">
          <ac:chgData name="kuljot bakshi" userId="e18f591f5991c12c" providerId="LiveId" clId="{848BE52E-FEF7-44CF-B8AB-7264220E5FAA}" dt="2026-01-13T17:16:19.456" v="65" actId="13822"/>
          <ac:spMkLst>
            <pc:docMk/>
            <pc:sldMk cId="3220433283" sldId="258"/>
            <ac:spMk id="5" creationId="{9D53C70E-BB36-F886-5360-F38431EC053D}"/>
          </ac:spMkLst>
        </pc:spChg>
        <pc:spChg chg="add mod">
          <ac:chgData name="kuljot bakshi" userId="e18f591f5991c12c" providerId="LiveId" clId="{848BE52E-FEF7-44CF-B8AB-7264220E5FAA}" dt="2026-01-13T17:16:26.669" v="69" actId="14100"/>
          <ac:spMkLst>
            <pc:docMk/>
            <pc:sldMk cId="3220433283" sldId="258"/>
            <ac:spMk id="7" creationId="{7CD81D5A-6807-A9F4-38F4-1D6F948E3780}"/>
          </ac:spMkLst>
        </pc:spChg>
        <pc:spChg chg="add mod">
          <ac:chgData name="kuljot bakshi" userId="e18f591f5991c12c" providerId="LiveId" clId="{848BE52E-FEF7-44CF-B8AB-7264220E5FAA}" dt="2026-01-13T17:16:24.254" v="68" actId="14100"/>
          <ac:spMkLst>
            <pc:docMk/>
            <pc:sldMk cId="3220433283" sldId="258"/>
            <ac:spMk id="9" creationId="{60F3A908-9D8C-E0F6-81AE-BEC9E3892288}"/>
          </ac:spMkLst>
        </pc:spChg>
        <pc:picChg chg="add mod">
          <ac:chgData name="kuljot bakshi" userId="e18f591f5991c12c" providerId="LiveId" clId="{848BE52E-FEF7-44CF-B8AB-7264220E5FAA}" dt="2026-01-13T17:16:32.242" v="72" actId="1076"/>
          <ac:picMkLst>
            <pc:docMk/>
            <pc:sldMk cId="3220433283" sldId="258"/>
            <ac:picMk id="2050" creationId="{5C0F137C-EFD4-88F8-241D-1EE5F59A2CB3}"/>
          </ac:picMkLst>
        </pc:picChg>
      </pc:sldChg>
      <pc:sldChg chg="addSp delSp modSp new mod">
        <pc:chgData name="kuljot bakshi" userId="e18f591f5991c12c" providerId="LiveId" clId="{848BE52E-FEF7-44CF-B8AB-7264220E5FAA}" dt="2026-01-13T17:38:57.882" v="579" actId="1076"/>
        <pc:sldMkLst>
          <pc:docMk/>
          <pc:sldMk cId="1570857654" sldId="259"/>
        </pc:sldMkLst>
        <pc:spChg chg="mod">
          <ac:chgData name="kuljot bakshi" userId="e18f591f5991c12c" providerId="LiveId" clId="{848BE52E-FEF7-44CF-B8AB-7264220E5FAA}" dt="2026-01-13T17:27:39.647" v="421" actId="113"/>
          <ac:spMkLst>
            <pc:docMk/>
            <pc:sldMk cId="1570857654" sldId="259"/>
            <ac:spMk id="2" creationId="{9D9C654D-B00A-E8D4-E465-871D95FDBD9F}"/>
          </ac:spMkLst>
        </pc:spChg>
        <pc:spChg chg="del">
          <ac:chgData name="kuljot bakshi" userId="e18f591f5991c12c" providerId="LiveId" clId="{848BE52E-FEF7-44CF-B8AB-7264220E5FAA}" dt="2026-01-13T17:35:05.974" v="422"/>
          <ac:spMkLst>
            <pc:docMk/>
            <pc:sldMk cId="1570857654" sldId="259"/>
            <ac:spMk id="3" creationId="{1A23E3F7-E5BC-37E2-E8B4-32DA928B8002}"/>
          </ac:spMkLst>
        </pc:spChg>
        <pc:spChg chg="add mod">
          <ac:chgData name="kuljot bakshi" userId="e18f591f5991c12c" providerId="LiveId" clId="{848BE52E-FEF7-44CF-B8AB-7264220E5FAA}" dt="2026-01-13T17:38:20.773" v="564" actId="1076"/>
          <ac:spMkLst>
            <pc:docMk/>
            <pc:sldMk cId="1570857654" sldId="259"/>
            <ac:spMk id="5" creationId="{08B5A9AE-9AD8-7868-2C9A-D54E08BBEDC7}"/>
          </ac:spMkLst>
        </pc:spChg>
        <pc:spChg chg="add mod">
          <ac:chgData name="kuljot bakshi" userId="e18f591f5991c12c" providerId="LiveId" clId="{848BE52E-FEF7-44CF-B8AB-7264220E5FAA}" dt="2026-01-13T17:38:17.828" v="563" actId="1076"/>
          <ac:spMkLst>
            <pc:docMk/>
            <pc:sldMk cId="1570857654" sldId="259"/>
            <ac:spMk id="6" creationId="{F2228C29-9E64-B4A3-9126-C2BEF016312A}"/>
          </ac:spMkLst>
        </pc:spChg>
        <pc:spChg chg="add mod">
          <ac:chgData name="kuljot bakshi" userId="e18f591f5991c12c" providerId="LiveId" clId="{848BE52E-FEF7-44CF-B8AB-7264220E5FAA}" dt="2026-01-13T17:38:48.719" v="575" actId="113"/>
          <ac:spMkLst>
            <pc:docMk/>
            <pc:sldMk cId="1570857654" sldId="259"/>
            <ac:spMk id="8" creationId="{1B7640BF-E347-B2AA-10F9-81643B278592}"/>
          </ac:spMkLst>
        </pc:spChg>
        <pc:picChg chg="add mod">
          <ac:chgData name="kuljot bakshi" userId="e18f591f5991c12c" providerId="LiveId" clId="{848BE52E-FEF7-44CF-B8AB-7264220E5FAA}" dt="2026-01-13T17:38:57.882" v="579" actId="1076"/>
          <ac:picMkLst>
            <pc:docMk/>
            <pc:sldMk cId="1570857654" sldId="259"/>
            <ac:picMk id="4098" creationId="{D955866B-373F-F299-D581-84B266013E1F}"/>
          </ac:picMkLst>
        </pc:picChg>
      </pc:sldChg>
      <pc:sldChg chg="addSp delSp modSp new mod">
        <pc:chgData name="kuljot bakshi" userId="e18f591f5991c12c" providerId="LiveId" clId="{848BE52E-FEF7-44CF-B8AB-7264220E5FAA}" dt="2026-01-13T17:48:09.933" v="613" actId="1076"/>
        <pc:sldMkLst>
          <pc:docMk/>
          <pc:sldMk cId="3028498345" sldId="260"/>
        </pc:sldMkLst>
        <pc:spChg chg="mod">
          <ac:chgData name="kuljot bakshi" userId="e18f591f5991c12c" providerId="LiveId" clId="{848BE52E-FEF7-44CF-B8AB-7264220E5FAA}" dt="2026-01-13T17:19:50.460" v="215" actId="1076"/>
          <ac:spMkLst>
            <pc:docMk/>
            <pc:sldMk cId="3028498345" sldId="260"/>
            <ac:spMk id="2" creationId="{0F6041FA-FF5C-A770-8BE2-C0C9E226D9E4}"/>
          </ac:spMkLst>
        </pc:spChg>
        <pc:spChg chg="del">
          <ac:chgData name="kuljot bakshi" userId="e18f591f5991c12c" providerId="LiveId" clId="{848BE52E-FEF7-44CF-B8AB-7264220E5FAA}" dt="2026-01-13T17:19:13.953" v="204"/>
          <ac:spMkLst>
            <pc:docMk/>
            <pc:sldMk cId="3028498345" sldId="260"/>
            <ac:spMk id="3" creationId="{3D7430CC-5CD7-4411-4911-A853E3844BC1}"/>
          </ac:spMkLst>
        </pc:spChg>
        <pc:spChg chg="add del mod">
          <ac:chgData name="kuljot bakshi" userId="e18f591f5991c12c" providerId="LiveId" clId="{848BE52E-FEF7-44CF-B8AB-7264220E5FAA}" dt="2026-01-13T17:19:26.732" v="205" actId="931"/>
          <ac:spMkLst>
            <pc:docMk/>
            <pc:sldMk cId="3028498345" sldId="260"/>
            <ac:spMk id="4" creationId="{429DFDDA-7875-CEA1-6205-76F0C1DF8F39}"/>
          </ac:spMkLst>
        </pc:spChg>
        <pc:spChg chg="add mod">
          <ac:chgData name="kuljot bakshi" userId="e18f591f5991c12c" providerId="LiveId" clId="{848BE52E-FEF7-44CF-B8AB-7264220E5FAA}" dt="2026-01-13T17:22:16.554" v="228" actId="1076"/>
          <ac:spMkLst>
            <pc:docMk/>
            <pc:sldMk cId="3028498345" sldId="260"/>
            <ac:spMk id="8" creationId="{C78F5095-6D61-8DAA-FE47-65EA494B5DC0}"/>
          </ac:spMkLst>
        </pc:spChg>
        <pc:spChg chg="add mod">
          <ac:chgData name="kuljot bakshi" userId="e18f591f5991c12c" providerId="LiveId" clId="{848BE52E-FEF7-44CF-B8AB-7264220E5FAA}" dt="2026-01-13T17:23:15.873" v="418" actId="13926"/>
          <ac:spMkLst>
            <pc:docMk/>
            <pc:sldMk cId="3028498345" sldId="260"/>
            <ac:spMk id="9" creationId="{A627D7CA-56DA-F5DA-32A7-C593EFC61D66}"/>
          </ac:spMkLst>
        </pc:spChg>
        <pc:picChg chg="add mod">
          <ac:chgData name="kuljot bakshi" userId="e18f591f5991c12c" providerId="LiveId" clId="{848BE52E-FEF7-44CF-B8AB-7264220E5FAA}" dt="2026-01-13T17:20:31.890" v="226" actId="1076"/>
          <ac:picMkLst>
            <pc:docMk/>
            <pc:sldMk cId="3028498345" sldId="260"/>
            <ac:picMk id="6" creationId="{FBA33857-C30A-2184-665E-6BC05C5A455F}"/>
          </ac:picMkLst>
        </pc:picChg>
        <pc:picChg chg="add mod">
          <ac:chgData name="kuljot bakshi" userId="e18f591f5991c12c" providerId="LiveId" clId="{848BE52E-FEF7-44CF-B8AB-7264220E5FAA}" dt="2026-01-13T17:48:09.933" v="613" actId="1076"/>
          <ac:picMkLst>
            <pc:docMk/>
            <pc:sldMk cId="3028498345" sldId="260"/>
            <ac:picMk id="3076" creationId="{EBF0E7F1-B488-0407-6847-BC9CDBD26457}"/>
          </ac:picMkLst>
        </pc:picChg>
      </pc:sldChg>
      <pc:sldChg chg="addSp delSp modSp new mod">
        <pc:chgData name="kuljot bakshi" userId="e18f591f5991c12c" providerId="LiveId" clId="{848BE52E-FEF7-44CF-B8AB-7264220E5FAA}" dt="2026-01-13T17:58:38.307" v="743" actId="1076"/>
        <pc:sldMkLst>
          <pc:docMk/>
          <pc:sldMk cId="3880388867" sldId="261"/>
        </pc:sldMkLst>
        <pc:spChg chg="mod">
          <ac:chgData name="kuljot bakshi" userId="e18f591f5991c12c" providerId="LiveId" clId="{848BE52E-FEF7-44CF-B8AB-7264220E5FAA}" dt="2026-01-13T17:58:38.307" v="743" actId="1076"/>
          <ac:spMkLst>
            <pc:docMk/>
            <pc:sldMk cId="3880388867" sldId="261"/>
            <ac:spMk id="2" creationId="{222C5828-011B-DA85-B2BB-7AF3F52E785B}"/>
          </ac:spMkLst>
        </pc:spChg>
        <pc:spChg chg="del">
          <ac:chgData name="kuljot bakshi" userId="e18f591f5991c12c" providerId="LiveId" clId="{848BE52E-FEF7-44CF-B8AB-7264220E5FAA}" dt="2026-01-13T17:48:12.371" v="614"/>
          <ac:spMkLst>
            <pc:docMk/>
            <pc:sldMk cId="3880388867" sldId="261"/>
            <ac:spMk id="3" creationId="{366DFCD1-DF3F-5BAB-FBE4-41A1F0E4CB1D}"/>
          </ac:spMkLst>
        </pc:spChg>
        <pc:spChg chg="add mod">
          <ac:chgData name="kuljot bakshi" userId="e18f591f5991c12c" providerId="LiveId" clId="{848BE52E-FEF7-44CF-B8AB-7264220E5FAA}" dt="2026-01-13T17:48:59.466" v="630" actId="1076"/>
          <ac:spMkLst>
            <pc:docMk/>
            <pc:sldMk cId="3880388867" sldId="261"/>
            <ac:spMk id="6" creationId="{31BED53E-3864-154B-B073-54EAC7FAC75B}"/>
          </ac:spMkLst>
        </pc:spChg>
        <pc:picChg chg="add mod">
          <ac:chgData name="kuljot bakshi" userId="e18f591f5991c12c" providerId="LiveId" clId="{848BE52E-FEF7-44CF-B8AB-7264220E5FAA}" dt="2026-01-13T17:50:16.202" v="631" actId="14100"/>
          <ac:picMkLst>
            <pc:docMk/>
            <pc:sldMk cId="3880388867" sldId="261"/>
            <ac:picMk id="4" creationId="{A3965E6D-97E8-EA98-BB84-52CB26AD2C96}"/>
          </ac:picMkLst>
        </pc:picChg>
      </pc:sldChg>
      <pc:sldChg chg="addSp delSp modSp new mod">
        <pc:chgData name="kuljot bakshi" userId="e18f591f5991c12c" providerId="LiveId" clId="{848BE52E-FEF7-44CF-B8AB-7264220E5FAA}" dt="2026-01-13T17:52:47.651" v="664" actId="1076"/>
        <pc:sldMkLst>
          <pc:docMk/>
          <pc:sldMk cId="1583686303" sldId="262"/>
        </pc:sldMkLst>
        <pc:spChg chg="mod">
          <ac:chgData name="kuljot bakshi" userId="e18f591f5991c12c" providerId="LiveId" clId="{848BE52E-FEF7-44CF-B8AB-7264220E5FAA}" dt="2026-01-13T17:51:03.611" v="647" actId="1076"/>
          <ac:spMkLst>
            <pc:docMk/>
            <pc:sldMk cId="1583686303" sldId="262"/>
            <ac:spMk id="2" creationId="{CD67827A-10D8-DA77-9642-A86DAD725F9B}"/>
          </ac:spMkLst>
        </pc:spChg>
        <pc:spChg chg="del">
          <ac:chgData name="kuljot bakshi" userId="e18f591f5991c12c" providerId="LiveId" clId="{848BE52E-FEF7-44CF-B8AB-7264220E5FAA}" dt="2026-01-13T17:51:55.372" v="648"/>
          <ac:spMkLst>
            <pc:docMk/>
            <pc:sldMk cId="1583686303" sldId="262"/>
            <ac:spMk id="3" creationId="{05F3D59F-B7C9-7C57-DF5A-56BA74750D53}"/>
          </ac:spMkLst>
        </pc:spChg>
        <pc:spChg chg="add mod">
          <ac:chgData name="kuljot bakshi" userId="e18f591f5991c12c" providerId="LiveId" clId="{848BE52E-FEF7-44CF-B8AB-7264220E5FAA}" dt="2026-01-13T17:52:45.353" v="663" actId="1076"/>
          <ac:spMkLst>
            <pc:docMk/>
            <pc:sldMk cId="1583686303" sldId="262"/>
            <ac:spMk id="5" creationId="{E113B948-0817-F0C5-A6BC-970507EEEC5E}"/>
          </ac:spMkLst>
        </pc:spChg>
        <pc:picChg chg="add mod">
          <ac:chgData name="kuljot bakshi" userId="e18f591f5991c12c" providerId="LiveId" clId="{848BE52E-FEF7-44CF-B8AB-7264220E5FAA}" dt="2026-01-13T17:52:47.651" v="664" actId="1076"/>
          <ac:picMkLst>
            <pc:docMk/>
            <pc:sldMk cId="1583686303" sldId="262"/>
            <ac:picMk id="5122" creationId="{BE30F788-3007-28FC-F8FA-A2AF2A0DE010}"/>
          </ac:picMkLst>
        </pc:picChg>
      </pc:sldChg>
      <pc:sldChg chg="addSp delSp modSp new mod ord">
        <pc:chgData name="kuljot bakshi" userId="e18f591f5991c12c" providerId="LiveId" clId="{848BE52E-FEF7-44CF-B8AB-7264220E5FAA}" dt="2026-01-13T17:55:28.083" v="716" actId="14100"/>
        <pc:sldMkLst>
          <pc:docMk/>
          <pc:sldMk cId="3613764346" sldId="263"/>
        </pc:sldMkLst>
        <pc:spChg chg="mod">
          <ac:chgData name="kuljot bakshi" userId="e18f591f5991c12c" providerId="LiveId" clId="{848BE52E-FEF7-44CF-B8AB-7264220E5FAA}" dt="2026-01-13T17:53:14.266" v="689" actId="1076"/>
          <ac:spMkLst>
            <pc:docMk/>
            <pc:sldMk cId="3613764346" sldId="263"/>
            <ac:spMk id="2" creationId="{0D9FB756-BEF9-51F0-0BB2-32E0D414FB59}"/>
          </ac:spMkLst>
        </pc:spChg>
        <pc:spChg chg="del">
          <ac:chgData name="kuljot bakshi" userId="e18f591f5991c12c" providerId="LiveId" clId="{848BE52E-FEF7-44CF-B8AB-7264220E5FAA}" dt="2026-01-13T17:54:26.364" v="690"/>
          <ac:spMkLst>
            <pc:docMk/>
            <pc:sldMk cId="3613764346" sldId="263"/>
            <ac:spMk id="3" creationId="{DFC775A5-056C-F5F3-FE6A-57C835D65BC2}"/>
          </ac:spMkLst>
        </pc:spChg>
        <pc:spChg chg="add mod">
          <ac:chgData name="kuljot bakshi" userId="e18f591f5991c12c" providerId="LiveId" clId="{848BE52E-FEF7-44CF-B8AB-7264220E5FAA}" dt="2026-01-13T17:55:25.606" v="714" actId="1076"/>
          <ac:spMkLst>
            <pc:docMk/>
            <pc:sldMk cId="3613764346" sldId="263"/>
            <ac:spMk id="5" creationId="{AC8D5BD5-0A7A-9FCB-B441-B4F901F6965E}"/>
          </ac:spMkLst>
        </pc:spChg>
        <pc:picChg chg="add mod">
          <ac:chgData name="kuljot bakshi" userId="e18f591f5991c12c" providerId="LiveId" clId="{848BE52E-FEF7-44CF-B8AB-7264220E5FAA}" dt="2026-01-13T17:55:28.083" v="716" actId="14100"/>
          <ac:picMkLst>
            <pc:docMk/>
            <pc:sldMk cId="3613764346" sldId="263"/>
            <ac:picMk id="7170" creationId="{F992E50C-743B-4356-8726-D8A2B7C66E92}"/>
          </ac:picMkLst>
        </pc:picChg>
      </pc:sldChg>
      <pc:sldChg chg="addSp delSp modSp new mod">
        <pc:chgData name="kuljot bakshi" userId="e18f591f5991c12c" providerId="LiveId" clId="{848BE52E-FEF7-44CF-B8AB-7264220E5FAA}" dt="2026-01-13T18:04:12.699" v="801" actId="1076"/>
        <pc:sldMkLst>
          <pc:docMk/>
          <pc:sldMk cId="695513178" sldId="264"/>
        </pc:sldMkLst>
        <pc:spChg chg="mod">
          <ac:chgData name="kuljot bakshi" userId="e18f591f5991c12c" providerId="LiveId" clId="{848BE52E-FEF7-44CF-B8AB-7264220E5FAA}" dt="2026-01-13T18:01:56.611" v="783" actId="1076"/>
          <ac:spMkLst>
            <pc:docMk/>
            <pc:sldMk cId="695513178" sldId="264"/>
            <ac:spMk id="2" creationId="{8E29DBC5-EB32-D062-3B75-7BE35F2B055E}"/>
          </ac:spMkLst>
        </pc:spChg>
        <pc:spChg chg="del">
          <ac:chgData name="kuljot bakshi" userId="e18f591f5991c12c" providerId="LiveId" clId="{848BE52E-FEF7-44CF-B8AB-7264220E5FAA}" dt="2026-01-13T18:02:57.053" v="784"/>
          <ac:spMkLst>
            <pc:docMk/>
            <pc:sldMk cId="695513178" sldId="264"/>
            <ac:spMk id="3" creationId="{669633F9-6E91-7B77-9643-17C0F8383B47}"/>
          </ac:spMkLst>
        </pc:spChg>
        <pc:spChg chg="add mod">
          <ac:chgData name="kuljot bakshi" userId="e18f591f5991c12c" providerId="LiveId" clId="{848BE52E-FEF7-44CF-B8AB-7264220E5FAA}" dt="2026-01-13T18:04:12.699" v="801" actId="1076"/>
          <ac:spMkLst>
            <pc:docMk/>
            <pc:sldMk cId="695513178" sldId="264"/>
            <ac:spMk id="5" creationId="{04FEC70B-4DDC-7BA5-4254-EF4F5935F0CE}"/>
          </ac:spMkLst>
        </pc:spChg>
        <pc:picChg chg="add mod">
          <ac:chgData name="kuljot bakshi" userId="e18f591f5991c12c" providerId="LiveId" clId="{848BE52E-FEF7-44CF-B8AB-7264220E5FAA}" dt="2026-01-13T18:03:15.178" v="789" actId="1076"/>
          <ac:picMkLst>
            <pc:docMk/>
            <pc:sldMk cId="695513178" sldId="264"/>
            <ac:picMk id="8194" creationId="{34ECE645-BB97-8C78-AD1F-EAE5DB74103F}"/>
          </ac:picMkLst>
        </pc:picChg>
        <pc:picChg chg="add mod">
          <ac:chgData name="kuljot bakshi" userId="e18f591f5991c12c" providerId="LiveId" clId="{848BE52E-FEF7-44CF-B8AB-7264220E5FAA}" dt="2026-01-13T18:03:16.395" v="790" actId="1076"/>
          <ac:picMkLst>
            <pc:docMk/>
            <pc:sldMk cId="695513178" sldId="264"/>
            <ac:picMk id="8196" creationId="{8EE35B29-C53F-35A4-26C3-3FEAB8F88630}"/>
          </ac:picMkLst>
        </pc:picChg>
      </pc:sldChg>
      <pc:sldChg chg="addSp delSp modSp new mod">
        <pc:chgData name="kuljot bakshi" userId="e18f591f5991c12c" providerId="LiveId" clId="{848BE52E-FEF7-44CF-B8AB-7264220E5FAA}" dt="2026-01-13T18:10:58.347" v="806" actId="1076"/>
        <pc:sldMkLst>
          <pc:docMk/>
          <pc:sldMk cId="1544851757" sldId="265"/>
        </pc:sldMkLst>
        <pc:spChg chg="del">
          <ac:chgData name="kuljot bakshi" userId="e18f591f5991c12c" providerId="LiveId" clId="{848BE52E-FEF7-44CF-B8AB-7264220E5FAA}" dt="2026-01-13T18:10:55.031" v="804" actId="478"/>
          <ac:spMkLst>
            <pc:docMk/>
            <pc:sldMk cId="1544851757" sldId="265"/>
            <ac:spMk id="2" creationId="{9AC89507-EB91-33BC-7CB3-2A427B3BFE37}"/>
          </ac:spMkLst>
        </pc:spChg>
        <pc:spChg chg="del">
          <ac:chgData name="kuljot bakshi" userId="e18f591f5991c12c" providerId="LiveId" clId="{848BE52E-FEF7-44CF-B8AB-7264220E5FAA}" dt="2026-01-13T18:10:52.910" v="803" actId="22"/>
          <ac:spMkLst>
            <pc:docMk/>
            <pc:sldMk cId="1544851757" sldId="265"/>
            <ac:spMk id="3" creationId="{FE6A90E4-E82D-C531-E470-2372FE0AC2FD}"/>
          </ac:spMkLst>
        </pc:spChg>
        <pc:picChg chg="add mod ord">
          <ac:chgData name="kuljot bakshi" userId="e18f591f5991c12c" providerId="LiveId" clId="{848BE52E-FEF7-44CF-B8AB-7264220E5FAA}" dt="2026-01-13T18:10:58.347" v="806" actId="1076"/>
          <ac:picMkLst>
            <pc:docMk/>
            <pc:sldMk cId="1544851757" sldId="265"/>
            <ac:picMk id="5" creationId="{5C71D555-BCAC-05DF-BCDE-88D497789BAA}"/>
          </ac:picMkLst>
        </pc:picChg>
      </pc:sldChg>
      <pc:sldChg chg="addSp delSp modSp new mod">
        <pc:chgData name="kuljot bakshi" userId="e18f591f5991c12c" providerId="LiveId" clId="{848BE52E-FEF7-44CF-B8AB-7264220E5FAA}" dt="2026-01-13T18:11:48.419" v="811" actId="1076"/>
        <pc:sldMkLst>
          <pc:docMk/>
          <pc:sldMk cId="2699331230" sldId="266"/>
        </pc:sldMkLst>
        <pc:spChg chg="del">
          <ac:chgData name="kuljot bakshi" userId="e18f591f5991c12c" providerId="LiveId" clId="{848BE52E-FEF7-44CF-B8AB-7264220E5FAA}" dt="2026-01-13T18:11:44.413" v="809" actId="478"/>
          <ac:spMkLst>
            <pc:docMk/>
            <pc:sldMk cId="2699331230" sldId="266"/>
            <ac:spMk id="2" creationId="{60A7B7CA-8167-8421-9BAD-637515A08DFB}"/>
          </ac:spMkLst>
        </pc:spChg>
        <pc:spChg chg="del">
          <ac:chgData name="kuljot bakshi" userId="e18f591f5991c12c" providerId="LiveId" clId="{848BE52E-FEF7-44CF-B8AB-7264220E5FAA}" dt="2026-01-13T18:11:43.110" v="808" actId="22"/>
          <ac:spMkLst>
            <pc:docMk/>
            <pc:sldMk cId="2699331230" sldId="266"/>
            <ac:spMk id="3" creationId="{17D7BD77-75EF-8FF4-5343-C9D8779240E7}"/>
          </ac:spMkLst>
        </pc:spChg>
        <pc:picChg chg="add mod ord">
          <ac:chgData name="kuljot bakshi" userId="e18f591f5991c12c" providerId="LiveId" clId="{848BE52E-FEF7-44CF-B8AB-7264220E5FAA}" dt="2026-01-13T18:11:48.419" v="811" actId="1076"/>
          <ac:picMkLst>
            <pc:docMk/>
            <pc:sldMk cId="2699331230" sldId="266"/>
            <ac:picMk id="5" creationId="{4136EE6A-8069-0D5B-8D7B-1D152491C9F3}"/>
          </ac:picMkLst>
        </pc:picChg>
      </pc:sldChg>
      <pc:sldChg chg="addSp delSp modSp new mod">
        <pc:chgData name="kuljot bakshi" userId="e18f591f5991c12c" providerId="LiveId" clId="{848BE52E-FEF7-44CF-B8AB-7264220E5FAA}" dt="2026-01-13T18:12:12.890" v="819" actId="1076"/>
        <pc:sldMkLst>
          <pc:docMk/>
          <pc:sldMk cId="4237656334" sldId="267"/>
        </pc:sldMkLst>
        <pc:spChg chg="del">
          <ac:chgData name="kuljot bakshi" userId="e18f591f5991c12c" providerId="LiveId" clId="{848BE52E-FEF7-44CF-B8AB-7264220E5FAA}" dt="2026-01-13T18:12:09.002" v="816" actId="478"/>
          <ac:spMkLst>
            <pc:docMk/>
            <pc:sldMk cId="4237656334" sldId="267"/>
            <ac:spMk id="2" creationId="{E559EBC3-97BC-4781-5B8A-B8E299F70D01}"/>
          </ac:spMkLst>
        </pc:spChg>
        <pc:spChg chg="del">
          <ac:chgData name="kuljot bakshi" userId="e18f591f5991c12c" providerId="LiveId" clId="{848BE52E-FEF7-44CF-B8AB-7264220E5FAA}" dt="2026-01-13T18:12:04.280" v="813" actId="22"/>
          <ac:spMkLst>
            <pc:docMk/>
            <pc:sldMk cId="4237656334" sldId="267"/>
            <ac:spMk id="3" creationId="{08BFB5E4-BC03-3D22-7AE4-89E3D8716F0B}"/>
          </ac:spMkLst>
        </pc:spChg>
        <pc:picChg chg="add mod ord">
          <ac:chgData name="kuljot bakshi" userId="e18f591f5991c12c" providerId="LiveId" clId="{848BE52E-FEF7-44CF-B8AB-7264220E5FAA}" dt="2026-01-13T18:12:12.890" v="819" actId="1076"/>
          <ac:picMkLst>
            <pc:docMk/>
            <pc:sldMk cId="4237656334" sldId="267"/>
            <ac:picMk id="5" creationId="{AF83E198-A96F-7F41-3725-D5A0DDCFB2CE}"/>
          </ac:picMkLst>
        </pc:picChg>
      </pc:sldChg>
      <pc:sldChg chg="addSp delSp modSp new mod">
        <pc:chgData name="kuljot bakshi" userId="e18f591f5991c12c" providerId="LiveId" clId="{848BE52E-FEF7-44CF-B8AB-7264220E5FAA}" dt="2026-01-13T18:13:08.555" v="825" actId="1076"/>
        <pc:sldMkLst>
          <pc:docMk/>
          <pc:sldMk cId="4081144277" sldId="268"/>
        </pc:sldMkLst>
        <pc:spChg chg="del">
          <ac:chgData name="kuljot bakshi" userId="e18f591f5991c12c" providerId="LiveId" clId="{848BE52E-FEF7-44CF-B8AB-7264220E5FAA}" dt="2026-01-13T18:13:01.328" v="822" actId="478"/>
          <ac:spMkLst>
            <pc:docMk/>
            <pc:sldMk cId="4081144277" sldId="268"/>
            <ac:spMk id="2" creationId="{862151AD-7D25-F57A-6980-1E484AE82AC4}"/>
          </ac:spMkLst>
        </pc:spChg>
        <pc:spChg chg="del">
          <ac:chgData name="kuljot bakshi" userId="e18f591f5991c12c" providerId="LiveId" clId="{848BE52E-FEF7-44CF-B8AB-7264220E5FAA}" dt="2026-01-13T18:12:59.820" v="821" actId="22"/>
          <ac:spMkLst>
            <pc:docMk/>
            <pc:sldMk cId="4081144277" sldId="268"/>
            <ac:spMk id="3" creationId="{51B0598F-2025-0B60-608D-B06FB9EF5FD8}"/>
          </ac:spMkLst>
        </pc:spChg>
        <pc:picChg chg="add mod ord">
          <ac:chgData name="kuljot bakshi" userId="e18f591f5991c12c" providerId="LiveId" clId="{848BE52E-FEF7-44CF-B8AB-7264220E5FAA}" dt="2026-01-13T18:13:08.555" v="825" actId="1076"/>
          <ac:picMkLst>
            <pc:docMk/>
            <pc:sldMk cId="4081144277" sldId="268"/>
            <ac:picMk id="5" creationId="{B65CC045-2DB6-5215-06FE-D4E435625AE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875F9-A934-7FF9-16C5-128D5796F3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2F38DF-0F87-1C78-9FAF-EC3D396B5D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F55056-5F0D-0C25-4C22-1E4FA8A94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79B784-1ACF-D09D-80F2-9DF867DD5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4D988-27C6-718D-A276-12BF8C7607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623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4CED2-7AA4-B277-213F-41153875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579662-1CDA-CECA-4EEB-2CF42F4B8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547668-E296-AD09-F8AE-23B56E181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8B7397-F72F-CADD-EB59-C767394EE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90594E-4674-E285-5695-8BAC5DC12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92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C0E236-B12A-39CF-C848-47523B4ED1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18859-4538-3E83-CB45-3B31352BA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5CE9AC-CD5C-C2FC-56B0-F87FC381E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28E3BE-0CA6-C224-10E2-313B8918D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E1226-906A-6B50-0E62-2E418B284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2302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2667FA-1601-B091-9C39-30241E87C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99FE3-EE85-8FBE-77C5-141F4398ED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0A71DB-DB38-1C6E-0B9D-6A73A3840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CE2711-1B0F-0770-1891-4C997A816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E0AA05-7F38-141B-2399-5613D0DD4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9EB975-E7D4-25C4-B525-CFD162B41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2756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EBDE-FC62-CC9B-5E3C-57B542C66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125A1-05EB-1006-A1A7-02E5D2B777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8D5C5-44C0-D8F1-DC35-258F230050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9DFC75-E05D-93D0-453D-22692619B1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432A4BF-73B8-2AB6-BEE3-E77BFA6AD6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06AB90-094C-5827-CD0F-8E4BF1A2D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37F308-A4B5-BE32-2429-E8EF38EF9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F9BF41F-EF95-19ED-921E-66DE999C1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099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1A573-9DF7-B7BE-75E8-E976876E0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47208F-6609-FECE-925B-C73680817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A57072-3E3F-0F53-55B5-135782A9C1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8E31F-7CDD-0C6D-4713-D74C4C482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7357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71282C-27A4-0CEF-1EB0-6BE713343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902134-B8F4-98D2-4B7B-8C0216E8A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36CBE3-0340-CF56-94A0-63F4060EC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077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AFF927-239C-997C-14CF-7D46EB6EE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D71DC-A8A5-6A6F-DD9B-68CFF1908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093D1-B366-EB64-5149-DFFB3A1E27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F1738E-885D-0E12-7941-ED5BFD762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71FBC4-6278-8C9B-4AAA-5F03B3C5C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975577-FD9B-278F-3719-5C38C95DD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861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07BF1-61D3-20C4-3625-A2D358577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C27DAA-D86F-D7A7-C871-2E9DD6CBF7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0FA68-137E-1FE2-65E8-E208A92C10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E10FD-4DD4-23B4-FD25-71F6BB2F5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BA21F-4B05-6798-6DC5-080A967DD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D917D3-AF22-6907-E658-B7CB179D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404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52C45-9A75-67E5-DBDE-37044CF3E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6A350C-FC02-8BEB-D3C2-B09D9BF7BA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942BF6-73F6-D489-30AA-52F846CFF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CDC84-AA1F-5F2A-3259-1D0B3D0FE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22487C-70E3-2A9F-D261-9E9552EE8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479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71C8046-EC94-563D-5876-DAC3002C1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50617-CF43-06B5-E811-2163A76C4E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B18E1-0EA5-F257-ECF1-8C7D6ECE6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BC4DE-1146-4327-853D-C86874EFF9E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D6BD68-CF87-B380-6225-9AC1F22BD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73911-7762-A02E-76E1-8DBD846AD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599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93BC1C-20C1-BD73-B172-B0EF2C23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206F37-B341-01E4-377D-205990FC4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92CBC-1BE1-7895-6DC7-D8FD20102E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EBC4DE-1146-4327-853D-C86874EFF9ED}" type="datetimeFigureOut">
              <a:rPr lang="en-IN" smtClean="0"/>
              <a:t>13-01-2026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CF6DAF-C6D6-47EC-CA7F-CE1B06A3DE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A7C30E-F19D-62D7-F731-2DF2463240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B75EB4-3794-4671-AE69-8E3EECB363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048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43861-0C01-8A40-1B42-702C5929AA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1211" y="2981985"/>
            <a:ext cx="10789578" cy="2387600"/>
          </a:xfrm>
        </p:spPr>
        <p:txBody>
          <a:bodyPr/>
          <a:lstStyle/>
          <a:p>
            <a:r>
              <a:rPr lang="en-US" dirty="0"/>
              <a:t>Search and Ranking Algos in RAG</a:t>
            </a:r>
            <a:endParaRPr lang="en-IN" dirty="0"/>
          </a:p>
        </p:txBody>
      </p:sp>
      <p:pic>
        <p:nvPicPr>
          <p:cNvPr id="1028" name="Picture 4" descr="Databricks Lakehouse Federation: Explorando Exemplos Práticos">
            <a:extLst>
              <a:ext uri="{FF2B5EF4-FFF2-40B4-BE49-F238E27FC236}">
                <a16:creationId xmlns:a16="http://schemas.microsoft.com/office/drawing/2014/main" id="{4083622D-ED7B-6735-E403-DF08137F72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5003" y="514096"/>
            <a:ext cx="6101993" cy="3193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78639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7334B-53EF-1462-359E-B9087E93F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7760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Why and Where does it all boil down to?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E736AB-31D1-4F2C-D89F-F7E8C2863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4637" y="1207803"/>
            <a:ext cx="8742726" cy="483037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83488B7A-D8EA-DF9E-AA93-9776111F292F}"/>
              </a:ext>
            </a:extLst>
          </p:cNvPr>
          <p:cNvSpPr/>
          <p:nvPr/>
        </p:nvSpPr>
        <p:spPr>
          <a:xfrm>
            <a:off x="3277456" y="1756880"/>
            <a:ext cx="1654139" cy="2640459"/>
          </a:xfrm>
          <a:prstGeom prst="ellipse">
            <a:avLst/>
          </a:prstGeom>
          <a:noFill/>
          <a:ln w="2857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EDE0B0C-DB50-93D3-D5EA-0B0F2512E97E}"/>
              </a:ext>
            </a:extLst>
          </p:cNvPr>
          <p:cNvSpPr txBox="1"/>
          <p:nvPr/>
        </p:nvSpPr>
        <p:spPr>
          <a:xfrm>
            <a:off x="6096000" y="5050032"/>
            <a:ext cx="4236375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If your search and ranking algorithms are broken, your retrieval pipeline breaks down and results in a catastrophe for your RAG application</a:t>
            </a:r>
            <a:endParaRPr lang="en-IN" b="1" dirty="0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723EF2-D3BA-4CAC-1AEA-BEB75B092158}"/>
              </a:ext>
            </a:extLst>
          </p:cNvPr>
          <p:cNvCxnSpPr>
            <a:stCxn id="6" idx="5"/>
            <a:endCxn id="7" idx="0"/>
          </p:cNvCxnSpPr>
          <p:nvPr/>
        </p:nvCxnSpPr>
        <p:spPr>
          <a:xfrm>
            <a:off x="4689352" y="4010653"/>
            <a:ext cx="3524836" cy="1039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7224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C0CA6-BAFD-0517-C4F4-907DFCEC2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10082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How does Mosaic AI Vector Search Work?</a:t>
            </a:r>
            <a:endParaRPr lang="en-IN" dirty="0"/>
          </a:p>
        </p:txBody>
      </p:sp>
      <p:pic>
        <p:nvPicPr>
          <p:cNvPr id="2050" name="Picture 2" descr="Vector Search | Databricks">
            <a:extLst>
              <a:ext uri="{FF2B5EF4-FFF2-40B4-BE49-F238E27FC236}">
                <a16:creationId xmlns:a16="http://schemas.microsoft.com/office/drawing/2014/main" id="{5C0F137C-EFD4-88F8-241D-1EE5F59A2CB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9038" y="1987282"/>
            <a:ext cx="6602683" cy="3455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53C70E-BB36-F886-5360-F38431EC053D}"/>
              </a:ext>
            </a:extLst>
          </p:cNvPr>
          <p:cNvSpPr txBox="1"/>
          <p:nvPr/>
        </p:nvSpPr>
        <p:spPr>
          <a:xfrm>
            <a:off x="336478" y="1325563"/>
            <a:ext cx="4512925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Vector Search Basics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 </a:t>
            </a:r>
            <a:r>
              <a:rPr lang="en-US" sz="1600" b="1" dirty="0"/>
              <a:t>embeddings</a:t>
            </a:r>
            <a:r>
              <a:rPr lang="en-US" sz="1600" dirty="0"/>
              <a:t> to find similar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Powered by the </a:t>
            </a:r>
            <a:r>
              <a:rPr lang="en-US" sz="1600" b="1" dirty="0"/>
              <a:t>HNSW algorithm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Fast and scalable approximate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 </a:t>
            </a:r>
            <a:r>
              <a:rPr lang="en-US" sz="1600" b="1" dirty="0"/>
              <a:t>L2 distance</a:t>
            </a:r>
            <a:r>
              <a:rPr lang="en-US" sz="1600" dirty="0"/>
              <a:t> to measure similarity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D81D5A-6807-A9F4-38F4-1D6F948E3780}"/>
              </a:ext>
            </a:extLst>
          </p:cNvPr>
          <p:cNvSpPr txBox="1"/>
          <p:nvPr/>
        </p:nvSpPr>
        <p:spPr>
          <a:xfrm>
            <a:off x="336478" y="2867041"/>
            <a:ext cx="4512925" cy="156966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sz="1600" b="1" dirty="0"/>
              <a:t>Cosine Similarity (Important Note)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Vector Search uses </a:t>
            </a:r>
            <a:r>
              <a:rPr lang="en-IN" sz="1600" b="1" dirty="0"/>
              <a:t>L2 distance by default</a:t>
            </a:r>
            <a:endParaRPr lang="en-IN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If you want </a:t>
            </a:r>
            <a:r>
              <a:rPr lang="en-IN" sz="1600" b="1" dirty="0"/>
              <a:t>cosine similarity</a:t>
            </a:r>
            <a:r>
              <a:rPr lang="en-IN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dirty="0"/>
              <a:t>Normalize embeddings before indexing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After normalization: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600" b="1" dirty="0"/>
              <a:t>L2 distance ≈ cosine similarity</a:t>
            </a:r>
            <a:endParaRPr lang="en-IN" sz="16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F3A908-9D8C-E0F6-81AE-BEC9E3892288}"/>
              </a:ext>
            </a:extLst>
          </p:cNvPr>
          <p:cNvSpPr txBox="1"/>
          <p:nvPr/>
        </p:nvSpPr>
        <p:spPr>
          <a:xfrm>
            <a:off x="336479" y="4654740"/>
            <a:ext cx="4512924" cy="181588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Hybrid Search (Vector + Keywords)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Combines: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Vector-based semantic search</a:t>
            </a:r>
            <a:endParaRPr lang="en-US" sz="1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Keyword-based exact matching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Matches: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Meaning of the query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Exact words in the query</a:t>
            </a:r>
          </a:p>
        </p:txBody>
      </p:sp>
    </p:spTree>
    <p:extLst>
      <p:ext uri="{BB962C8B-B14F-4D97-AF65-F5344CB8AC3E}">
        <p14:creationId xmlns:p14="http://schemas.microsoft.com/office/powerpoint/2010/main" val="32204332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041FA-FF5C-A770-8BE2-C0C9E226D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1764" y="-20024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does it mean to find similar vectors?</a:t>
            </a:r>
            <a:endParaRPr lang="en-I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BA33857-C30A-2184-665E-6BC05C5A45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258253" y="851542"/>
            <a:ext cx="4762907" cy="2875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What is Vector Similarity? Understanding its Role in AI Applications. -  Qdrant">
            <a:extLst>
              <a:ext uri="{FF2B5EF4-FFF2-40B4-BE49-F238E27FC236}">
                <a16:creationId xmlns:a16="http://schemas.microsoft.com/office/drawing/2014/main" id="{EBF0E7F1-B488-0407-6847-BC9CDBD264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01307" y="3982396"/>
            <a:ext cx="4876800" cy="274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78F5095-6D61-8DAA-FE47-65EA494B5DC0}"/>
              </a:ext>
            </a:extLst>
          </p:cNvPr>
          <p:cNvSpPr txBox="1"/>
          <p:nvPr/>
        </p:nvSpPr>
        <p:spPr>
          <a:xfrm>
            <a:off x="562510" y="1245862"/>
            <a:ext cx="609771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What Does It Mean to Find Similar Vectors?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(text, images, audio) is converted into </a:t>
            </a:r>
            <a:r>
              <a:rPr lang="en-US" b="1" dirty="0"/>
              <a:t>vectors (numbers)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vector represents the </a:t>
            </a:r>
            <a:r>
              <a:rPr lang="en-US" b="1" dirty="0"/>
              <a:t>meaning</a:t>
            </a:r>
            <a:r>
              <a:rPr lang="en-US" dirty="0"/>
              <a:t> of the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Finding similar vectors means: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Finding data with </a:t>
            </a:r>
            <a:r>
              <a:rPr lang="en-US" b="1" dirty="0"/>
              <a:t>similar meaning</a:t>
            </a:r>
            <a:endParaRPr lang="en-US" dirty="0"/>
          </a:p>
          <a:p>
            <a:pPr>
              <a:buNone/>
            </a:pPr>
            <a:br>
              <a:rPr lang="en-US" dirty="0"/>
            </a:br>
            <a:endParaRPr lang="en-US" dirty="0"/>
          </a:p>
          <a:p>
            <a:pPr>
              <a:buNone/>
            </a:pPr>
            <a:r>
              <a:rPr lang="en-US" b="1" dirty="0"/>
              <a:t>How Similarity Is Measured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Vectors are treated as </a:t>
            </a:r>
            <a:r>
              <a:rPr lang="en-US" b="1" dirty="0"/>
              <a:t>points in space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Distance between points = </a:t>
            </a:r>
            <a:r>
              <a:rPr lang="en-US" b="1" dirty="0"/>
              <a:t>similarity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Closer vectors → </a:t>
            </a:r>
            <a:r>
              <a:rPr lang="en-US" b="1" dirty="0"/>
              <a:t>more similar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Farther vectors → </a:t>
            </a:r>
            <a:r>
              <a:rPr lang="en-US" b="1" dirty="0"/>
              <a:t>less similar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27D7CA-56DA-F5DA-32A7-C593EFC61D66}"/>
              </a:ext>
            </a:extLst>
          </p:cNvPr>
          <p:cNvSpPr txBox="1"/>
          <p:nvPr/>
        </p:nvSpPr>
        <p:spPr>
          <a:xfrm>
            <a:off x="267128" y="5558319"/>
            <a:ext cx="6462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highlight>
                  <a:srgbClr val="FFFF00"/>
                </a:highlight>
              </a:rPr>
              <a:t>Now you basically need two things:</a:t>
            </a:r>
            <a:br>
              <a:rPr lang="en-US" b="1" dirty="0">
                <a:highlight>
                  <a:srgbClr val="FFFF00"/>
                </a:highlight>
              </a:rPr>
            </a:br>
            <a:r>
              <a:rPr lang="en-US" b="1" dirty="0">
                <a:highlight>
                  <a:srgbClr val="FFFF00"/>
                </a:highlight>
              </a:rPr>
              <a:t>1) A high dimensional space for arranging your vectors.</a:t>
            </a:r>
          </a:p>
          <a:p>
            <a:r>
              <a:rPr lang="en-US" b="1" dirty="0">
                <a:highlight>
                  <a:srgbClr val="FFFF00"/>
                </a:highlight>
              </a:rPr>
              <a:t>2) A mathematical model to compute similarity scores between vectors</a:t>
            </a:r>
            <a:endParaRPr lang="en-IN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0284983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C654D-B00A-E8D4-E465-871D95FDB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1216" y="-199953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What is a </a:t>
            </a:r>
            <a:r>
              <a:rPr lang="en-US" b="1" i="1" dirty="0"/>
              <a:t>HSNW</a:t>
            </a:r>
            <a:r>
              <a:rPr lang="en-US" b="1" dirty="0"/>
              <a:t> </a:t>
            </a:r>
            <a:r>
              <a:rPr lang="en-US" dirty="0"/>
              <a:t>Arrangement of Vectors ?</a:t>
            </a:r>
            <a:endParaRPr lang="en-IN" dirty="0"/>
          </a:p>
        </p:txBody>
      </p:sp>
      <p:pic>
        <p:nvPicPr>
          <p:cNvPr id="4098" name="Picture 2" descr="Hierarchical Navigable Small Worlds (HNSW) | Pinecone">
            <a:extLst>
              <a:ext uri="{FF2B5EF4-FFF2-40B4-BE49-F238E27FC236}">
                <a16:creationId xmlns:a16="http://schemas.microsoft.com/office/drawing/2014/main" id="{D955866B-373F-F299-D581-84B266013E1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2807" y="2091459"/>
            <a:ext cx="6442222" cy="36237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B5A9AE-9AD8-7868-2C9A-D54E08BBEDC7}"/>
              </a:ext>
            </a:extLst>
          </p:cNvPr>
          <p:cNvSpPr txBox="1"/>
          <p:nvPr/>
        </p:nvSpPr>
        <p:spPr>
          <a:xfrm>
            <a:off x="411824" y="3708218"/>
            <a:ext cx="522098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i="0" dirty="0">
                <a:solidFill>
                  <a:srgbClr val="242424"/>
                </a:solidFill>
                <a:effectLst/>
              </a:rPr>
              <a:t> If we did a brute-force approach to find the </a:t>
            </a:r>
            <a:r>
              <a:rPr lang="en-US" sz="1600" b="1" i="0" dirty="0">
                <a:solidFill>
                  <a:srgbClr val="242424"/>
                </a:solidFill>
                <a:effectLst/>
              </a:rPr>
              <a:t>top </a:t>
            </a:r>
            <a:r>
              <a:rPr lang="en-US" sz="1600" b="1" i="1" dirty="0">
                <a:solidFill>
                  <a:srgbClr val="242424"/>
                </a:solidFill>
                <a:effectLst/>
              </a:rPr>
              <a:t>k </a:t>
            </a:r>
            <a:r>
              <a:rPr lang="en-US" sz="1600" b="1" i="0" dirty="0">
                <a:solidFill>
                  <a:srgbClr val="242424"/>
                </a:solidFill>
                <a:effectLst/>
              </a:rPr>
              <a:t>closest </a:t>
            </a:r>
            <a:r>
              <a:rPr lang="en-US" sz="1600" b="1" i="0" dirty="0" err="1">
                <a:solidFill>
                  <a:srgbClr val="242424"/>
                </a:solidFill>
                <a:effectLst/>
              </a:rPr>
              <a:t>neighbours</a:t>
            </a:r>
            <a:r>
              <a:rPr lang="en-US" sz="1600" b="1" i="0" dirty="0">
                <a:solidFill>
                  <a:srgbClr val="242424"/>
                </a:solidFill>
                <a:effectLst/>
              </a:rPr>
              <a:t> for a given vector</a:t>
            </a:r>
            <a:r>
              <a:rPr lang="en-US" sz="1600" b="0" i="0" dirty="0">
                <a:solidFill>
                  <a:srgbClr val="242424"/>
                </a:solidFill>
                <a:effectLst/>
              </a:rPr>
              <a:t>, we would have to do this search in </a:t>
            </a:r>
            <a:r>
              <a:rPr lang="en-US" sz="1600" b="1" i="1" dirty="0">
                <a:solidFill>
                  <a:srgbClr val="242424"/>
                </a:solidFill>
                <a:effectLst/>
              </a:rPr>
              <a:t>O(N)</a:t>
            </a:r>
            <a:r>
              <a:rPr lang="en-US" sz="1600" b="1" i="0" dirty="0">
                <a:solidFill>
                  <a:srgbClr val="242424"/>
                </a:solidFill>
                <a:effectLst/>
              </a:rPr>
              <a:t> time</a:t>
            </a:r>
            <a:r>
              <a:rPr lang="en-US" sz="1600" b="0" i="0" dirty="0">
                <a:solidFill>
                  <a:srgbClr val="242424"/>
                </a:solidFill>
                <a:effectLst/>
              </a:rPr>
              <a:t>, as we need to compute the pairwise distance between the query vector and every other vector. </a:t>
            </a:r>
            <a:endParaRPr lang="en-IN"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2228C29-9E64-B4A3-9126-C2BEF016312A}"/>
              </a:ext>
            </a:extLst>
          </p:cNvPr>
          <p:cNvSpPr txBox="1"/>
          <p:nvPr/>
        </p:nvSpPr>
        <p:spPr>
          <a:xfrm>
            <a:off x="411824" y="5559433"/>
            <a:ext cx="52209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242424"/>
                </a:solidFill>
              </a:rPr>
              <a:t>HNSW lets us compute and find the top k closest </a:t>
            </a:r>
            <a:r>
              <a:rPr lang="en-US" sz="1600" b="1" dirty="0" err="1">
                <a:solidFill>
                  <a:srgbClr val="242424"/>
                </a:solidFill>
              </a:rPr>
              <a:t>neighbours</a:t>
            </a:r>
            <a:r>
              <a:rPr lang="en-US" sz="1600" b="1" dirty="0">
                <a:solidFill>
                  <a:srgbClr val="242424"/>
                </a:solidFill>
              </a:rPr>
              <a:t> for a given vector in O(</a:t>
            </a:r>
            <a:r>
              <a:rPr lang="en-US" sz="1600" b="1" dirty="0" err="1">
                <a:solidFill>
                  <a:srgbClr val="242424"/>
                </a:solidFill>
              </a:rPr>
              <a:t>logN</a:t>
            </a:r>
            <a:r>
              <a:rPr lang="en-US" sz="1600" b="1" dirty="0">
                <a:solidFill>
                  <a:srgbClr val="242424"/>
                </a:solidFill>
              </a:rPr>
              <a:t>) time!</a:t>
            </a:r>
            <a:endParaRPr lang="en-IN" sz="16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7640BF-E347-B2AA-10F9-81643B278592}"/>
              </a:ext>
            </a:extLst>
          </p:cNvPr>
          <p:cNvSpPr txBox="1"/>
          <p:nvPr/>
        </p:nvSpPr>
        <p:spPr>
          <a:xfrm>
            <a:off x="490591" y="1459172"/>
            <a:ext cx="526807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0" dirty="0">
                <a:solidFill>
                  <a:srgbClr val="242424"/>
                </a:solidFill>
                <a:effectLst/>
              </a:rPr>
              <a:t>HNSW indexes use a hierarchical layering of data</a:t>
            </a:r>
            <a:r>
              <a:rPr lang="en-US" sz="1600" b="0" i="0" dirty="0">
                <a:solidFill>
                  <a:srgbClr val="242424"/>
                </a:solidFill>
                <a:effectLst/>
              </a:rPr>
              <a:t>. Imagine multiple layers of graphs stacked on top of each other. </a:t>
            </a:r>
            <a:r>
              <a:rPr lang="en-US" sz="1600" b="1" i="0" dirty="0">
                <a:solidFill>
                  <a:srgbClr val="242424"/>
                </a:solidFill>
                <a:effectLst/>
              </a:rPr>
              <a:t>The top layer is the most sparse</a:t>
            </a:r>
            <a:r>
              <a:rPr lang="en-US" sz="1600" b="0" i="0" dirty="0">
                <a:solidFill>
                  <a:srgbClr val="242424"/>
                </a:solidFill>
                <a:effectLst/>
              </a:rPr>
              <a:t>, and each layer gets </a:t>
            </a:r>
            <a:r>
              <a:rPr lang="en-US" sz="1600" b="1" i="0" dirty="0">
                <a:solidFill>
                  <a:srgbClr val="242424"/>
                </a:solidFill>
                <a:effectLst/>
              </a:rPr>
              <a:t>more dense </a:t>
            </a:r>
            <a:r>
              <a:rPr lang="en-US" sz="1600" b="0" i="0" dirty="0">
                <a:solidFill>
                  <a:srgbClr val="242424"/>
                </a:solidFill>
                <a:effectLst/>
              </a:rPr>
              <a:t>with nodes until we get to the bottom layer. </a:t>
            </a:r>
            <a:r>
              <a:rPr lang="en-US" sz="1600" b="1" dirty="0"/>
              <a:t>If a node is on a given layer, the same node is also in the layer below it.</a:t>
            </a:r>
            <a:endParaRPr lang="en-IN" sz="1600" b="1" dirty="0"/>
          </a:p>
        </p:txBody>
      </p:sp>
    </p:spTree>
    <p:extLst>
      <p:ext uri="{BB962C8B-B14F-4D97-AF65-F5344CB8AC3E}">
        <p14:creationId xmlns:p14="http://schemas.microsoft.com/office/powerpoint/2010/main" val="15708576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C5828-011B-DA85-B2BB-7AF3F52E78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4746" y="-29886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Vector Search/Semantic Search </a:t>
            </a:r>
            <a:endParaRPr lang="en-IN" dirty="0"/>
          </a:p>
        </p:txBody>
      </p:sp>
      <p:pic>
        <p:nvPicPr>
          <p:cNvPr id="4" name="Picture 4" descr="What is Vector Similarity? Understanding its Role in AI Applications. -  Qdrant">
            <a:extLst>
              <a:ext uri="{FF2B5EF4-FFF2-40B4-BE49-F238E27FC236}">
                <a16:creationId xmlns:a16="http://schemas.microsoft.com/office/drawing/2014/main" id="{A3965E6D-97E8-EA98-BB84-52CB26AD2C9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381" y="1777429"/>
            <a:ext cx="6305384" cy="3546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1BED53E-3864-154B-B073-54EAC7FAC75B}"/>
              </a:ext>
            </a:extLst>
          </p:cNvPr>
          <p:cNvSpPr txBox="1"/>
          <p:nvPr/>
        </p:nvSpPr>
        <p:spPr>
          <a:xfrm>
            <a:off x="274834" y="363915"/>
            <a:ext cx="609771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Vector Search </a:t>
            </a:r>
          </a:p>
          <a:p>
            <a:pPr>
              <a:buNone/>
            </a:pPr>
            <a:r>
              <a:rPr lang="en-US" sz="1600" b="1" dirty="0"/>
              <a:t>What it means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 way to search data using </a:t>
            </a:r>
            <a:r>
              <a:rPr lang="en-US" sz="1600" b="1" dirty="0"/>
              <a:t>embeddings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Finds vectors that are </a:t>
            </a:r>
            <a:r>
              <a:rPr lang="en-US" sz="1600" b="1" dirty="0"/>
              <a:t>closest</a:t>
            </a:r>
            <a:r>
              <a:rPr lang="en-US" sz="1600" dirty="0"/>
              <a:t> to a query vector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How it works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Data is converted into embeddings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Query is also converted into an embedding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System retrieves the most similar vectors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Similarity inside vector search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 distance metrics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L2 (Euclidean distance)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Cosine similarity (conceptually)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Databricks detail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Databricks uses </a:t>
            </a:r>
            <a:r>
              <a:rPr lang="en-US" sz="1600" b="1" dirty="0"/>
              <a:t>L2 distance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If embeddings are </a:t>
            </a:r>
            <a:r>
              <a:rPr lang="en-US" sz="1600" b="1" dirty="0"/>
              <a:t>normalized</a:t>
            </a:r>
            <a:r>
              <a:rPr lang="en-US" sz="1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L2 distance behaves the same as cosine similarity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When to use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Semantic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RAG pipelines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Recommendations</a:t>
            </a:r>
          </a:p>
          <a:p>
            <a:pPr>
              <a:buNone/>
            </a:pPr>
            <a:r>
              <a:rPr lang="en-US" sz="1600" b="1" dirty="0"/>
              <a:t>Key idea</a:t>
            </a:r>
            <a:endParaRPr lang="en-US" sz="1600" dirty="0"/>
          </a:p>
          <a:p>
            <a:pPr>
              <a:buNone/>
            </a:pPr>
            <a:r>
              <a:rPr lang="en-US" sz="1600" dirty="0"/>
              <a:t>Vector search finds content with similar meaning, not exact words.</a:t>
            </a:r>
          </a:p>
        </p:txBody>
      </p:sp>
    </p:spTree>
    <p:extLst>
      <p:ext uri="{BB962C8B-B14F-4D97-AF65-F5344CB8AC3E}">
        <p14:creationId xmlns:p14="http://schemas.microsoft.com/office/powerpoint/2010/main" val="3880388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71D555-BCAC-05DF-BCDE-88D497789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94202" y="1470622"/>
            <a:ext cx="10875988" cy="391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851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B756-BEF9-51F0-0BB2-32E0D414FB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07487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Keyword Search</a:t>
            </a:r>
            <a:endParaRPr lang="en-IN" dirty="0"/>
          </a:p>
        </p:txBody>
      </p:sp>
      <p:pic>
        <p:nvPicPr>
          <p:cNvPr id="7170" name="Picture 2" descr="What is BM25?">
            <a:extLst>
              <a:ext uri="{FF2B5EF4-FFF2-40B4-BE49-F238E27FC236}">
                <a16:creationId xmlns:a16="http://schemas.microsoft.com/office/drawing/2014/main" id="{F992E50C-743B-4356-8726-D8A2B7C66E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42562" y="2668780"/>
            <a:ext cx="6849438" cy="2277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C8D5BD5-0A7A-9FCB-B441-B4F901F6965E}"/>
              </a:ext>
            </a:extLst>
          </p:cNvPr>
          <p:cNvSpPr txBox="1"/>
          <p:nvPr/>
        </p:nvSpPr>
        <p:spPr>
          <a:xfrm>
            <a:off x="174661" y="894897"/>
            <a:ext cx="6097712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What Is Keyword Search?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Searches for </a:t>
            </a:r>
            <a:r>
              <a:rPr lang="en-US" sz="1600" b="1" dirty="0"/>
              <a:t>exact words</a:t>
            </a:r>
            <a:r>
              <a:rPr lang="en-US" sz="1600" dirty="0"/>
              <a:t> in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Matches text based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Terms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Tokens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Phrases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Does </a:t>
            </a:r>
            <a:r>
              <a:rPr lang="en-US" sz="1600" b="1" dirty="0"/>
              <a:t>not</a:t>
            </a:r>
            <a:r>
              <a:rPr lang="en-US" sz="1600" dirty="0"/>
              <a:t> understand meaning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How Keyword Search Works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Breaks text into words (tokens)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Finds documents containing the </a:t>
            </a:r>
            <a:r>
              <a:rPr lang="en-US" sz="1600" b="1" dirty="0"/>
              <a:t>same words as the query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 scoring methods like: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Term frequency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Exact match ranking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  <a:p>
            <a:r>
              <a:rPr lang="en-US" sz="1600" b="1" dirty="0"/>
              <a:t>When to Use Keyword Search</a:t>
            </a:r>
          </a:p>
          <a:p>
            <a:r>
              <a:rPr lang="en-US" sz="1600" dirty="0"/>
              <a:t>Searching logs, tickets, catalogs</a:t>
            </a:r>
          </a:p>
          <a:p>
            <a:r>
              <a:rPr lang="en-US" sz="1600" dirty="0"/>
              <a:t>Queries with exact terms</a:t>
            </a:r>
          </a:p>
          <a:p>
            <a:r>
              <a:rPr lang="en-US" sz="1600" dirty="0"/>
              <a:t>Structured or identifier-based data</a:t>
            </a:r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One-line takeaway :</a:t>
            </a:r>
          </a:p>
          <a:p>
            <a:r>
              <a:rPr lang="en-US" sz="1600" dirty="0"/>
              <a:t>Keyword search finds exact words, not meaning.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6137643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F83E198-A96F-7F41-3725-D5A0DDCFB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360" y="1708079"/>
            <a:ext cx="10717280" cy="3441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7656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67827A-10D8-DA77-9642-A86DAD72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7940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Hybrid Search</a:t>
            </a:r>
            <a:endParaRPr lang="en-IN" dirty="0"/>
          </a:p>
        </p:txBody>
      </p:sp>
      <p:pic>
        <p:nvPicPr>
          <p:cNvPr id="5122" name="Picture 2" descr="Hybrid Search Explained | MongoDB">
            <a:extLst>
              <a:ext uri="{FF2B5EF4-FFF2-40B4-BE49-F238E27FC236}">
                <a16:creationId xmlns:a16="http://schemas.microsoft.com/office/drawing/2014/main" id="{BE30F788-3007-28FC-F8FA-A2AF2A0DE0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4353" y="2208944"/>
            <a:ext cx="8148605" cy="265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113B948-0817-F0C5-A6BC-970507EEEC5E}"/>
              </a:ext>
            </a:extLst>
          </p:cNvPr>
          <p:cNvSpPr txBox="1"/>
          <p:nvPr/>
        </p:nvSpPr>
        <p:spPr>
          <a:xfrm>
            <a:off x="285108" y="501992"/>
            <a:ext cx="6097712" cy="64940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What Is Hybrid Search?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Combines: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Vector search</a:t>
            </a:r>
            <a:r>
              <a:rPr lang="en-US" sz="1600" dirty="0"/>
              <a:t> (semantic meaning)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b="1" dirty="0"/>
              <a:t>Keyword search</a:t>
            </a:r>
            <a:r>
              <a:rPr lang="en-US" sz="1600" dirty="0"/>
              <a:t> (exact matches)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Uses both signals together</a:t>
            </a: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 b="1" dirty="0"/>
              <a:t>Why Hybrid Search Is Needed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Some terms: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IDs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SKUs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Codes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Names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Do not embed well semantically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Keyword search handles these better</a:t>
            </a:r>
            <a:br>
              <a:rPr lang="en-US" sz="1600" dirty="0"/>
            </a:br>
            <a:endParaRPr lang="en-US" sz="1600" dirty="0"/>
          </a:p>
          <a:p>
            <a:pPr>
              <a:buNone/>
            </a:pPr>
            <a:r>
              <a:rPr lang="en-US" sz="1600" b="1" dirty="0"/>
              <a:t>When to Use Hybrid Search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RAG with structured identifiers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Enterprise data (products, tickets, logs)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When accuracy matters for both: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Meaning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Exact terms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One-line takeaway:</a:t>
            </a:r>
          </a:p>
          <a:p>
            <a:pPr>
              <a:buNone/>
            </a:pPr>
            <a:r>
              <a:rPr lang="en-US" sz="1600" dirty="0"/>
              <a:t>Hybrid search gives the best of both worlds: meaning + exact match.</a:t>
            </a:r>
          </a:p>
        </p:txBody>
      </p:sp>
    </p:spTree>
    <p:extLst>
      <p:ext uri="{BB962C8B-B14F-4D97-AF65-F5344CB8AC3E}">
        <p14:creationId xmlns:p14="http://schemas.microsoft.com/office/powerpoint/2010/main" val="15836863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136EE6A-8069-0D5B-8D7B-1D152491C9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5405" y="1828800"/>
            <a:ext cx="11301189" cy="3559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312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9DBC5-EB32-D062-3B75-7BE35F2B0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232" y="-13830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Semantic Re-Ranking in Databricks</a:t>
            </a:r>
            <a:endParaRPr lang="en-IN" dirty="0"/>
          </a:p>
        </p:txBody>
      </p:sp>
      <p:pic>
        <p:nvPicPr>
          <p:cNvPr id="8194" name="Picture 2" descr="Semantic ranking - Azure AI Search | Microsoft Learn">
            <a:extLst>
              <a:ext uri="{FF2B5EF4-FFF2-40B4-BE49-F238E27FC236}">
                <a16:creationId xmlns:a16="http://schemas.microsoft.com/office/drawing/2014/main" id="{34ECE645-BB97-8C78-AD1F-EAE5DB74103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7572" y="1074240"/>
            <a:ext cx="5410669" cy="304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Reranking in Semantic Search - Qdrant">
            <a:extLst>
              <a:ext uri="{FF2B5EF4-FFF2-40B4-BE49-F238E27FC236}">
                <a16:creationId xmlns:a16="http://schemas.microsoft.com/office/drawing/2014/main" id="{8EE35B29-C53F-35A4-26C3-3FEAB8F886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0692" y="4286046"/>
            <a:ext cx="5544428" cy="20827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4FEC70B-4DDC-7BA5-4254-EF4F5935F0CE}"/>
              </a:ext>
            </a:extLst>
          </p:cNvPr>
          <p:cNvSpPr txBox="1"/>
          <p:nvPr/>
        </p:nvSpPr>
        <p:spPr>
          <a:xfrm>
            <a:off x="224320" y="941809"/>
            <a:ext cx="6097712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1" dirty="0"/>
              <a:t>Semantic Re-Ranking (Databricks)</a:t>
            </a:r>
          </a:p>
          <a:p>
            <a:pPr>
              <a:buNone/>
            </a:pPr>
            <a:r>
              <a:rPr lang="en-US" sz="1600" b="1" dirty="0"/>
              <a:t>What Is Semantic Re-Ranking?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 </a:t>
            </a:r>
            <a:r>
              <a:rPr lang="en-US" sz="1600" b="1" dirty="0"/>
              <a:t>second pass</a:t>
            </a:r>
            <a:r>
              <a:rPr lang="en-US" sz="1600" dirty="0"/>
              <a:t> that improves search results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Re-orders retrieved documents based on </a:t>
            </a:r>
            <a:r>
              <a:rPr lang="en-US" sz="1600" b="1" dirty="0"/>
              <a:t>deep semantic relevance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Happens </a:t>
            </a:r>
            <a:r>
              <a:rPr lang="en-US" sz="1600" b="1" dirty="0"/>
              <a:t>after</a:t>
            </a:r>
            <a:r>
              <a:rPr lang="en-US" sz="1600" dirty="0"/>
              <a:t> keyword search or vector search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How It Works (Conceptually)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Initial search retrieves </a:t>
            </a:r>
            <a:r>
              <a:rPr lang="en-US" sz="1600" b="1" dirty="0"/>
              <a:t>candidate results</a:t>
            </a:r>
            <a:endParaRPr lang="en-US" sz="1600" dirty="0"/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Keyword search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Vector (semantic) search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A stronger model (often an LLM or cross-encoder):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Re-evaluates query + document together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Results are </a:t>
            </a:r>
            <a:r>
              <a:rPr lang="en-US" sz="1600" b="1" dirty="0"/>
              <a:t>re-ranked</a:t>
            </a:r>
            <a:r>
              <a:rPr lang="en-US" sz="1600" dirty="0"/>
              <a:t> by true relevance</a:t>
            </a:r>
          </a:p>
          <a:p>
            <a:pPr>
              <a:buNone/>
            </a:pPr>
            <a:endParaRPr lang="en-US" sz="1600" dirty="0"/>
          </a:p>
          <a:p>
            <a:pPr>
              <a:buNone/>
            </a:pPr>
            <a:r>
              <a:rPr lang="en-US" sz="1600" b="1" dirty="0"/>
              <a:t>Why Re-Ranking Is Needed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Initial search is optimized for </a:t>
            </a:r>
            <a:r>
              <a:rPr lang="en-US" sz="1600" b="1" dirty="0"/>
              <a:t>speed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Top results may still include: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Partially relevant documents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 dirty="0"/>
              <a:t>Keyword-heavy but less meaningful matches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Re-ranking improves </a:t>
            </a:r>
            <a:r>
              <a:rPr lang="en-US" sz="1600" b="1" dirty="0"/>
              <a:t>precision at the top</a:t>
            </a:r>
            <a:endParaRPr lang="en-US" sz="1600" dirty="0"/>
          </a:p>
          <a:p>
            <a:pPr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6955131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65CC045-2DB6-5215-06FE-D4E435625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820" y="1488078"/>
            <a:ext cx="11798360" cy="388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1144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774</Words>
  <Application>Microsoft Office PowerPoint</Application>
  <PresentationFormat>Widescreen</PresentationFormat>
  <Paragraphs>133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Search and Ranking Algos in RAG</vt:lpstr>
      <vt:lpstr>Why and Where does it all boil down to?</vt:lpstr>
      <vt:lpstr>How does Mosaic AI Vector Search Work?</vt:lpstr>
      <vt:lpstr>What does it mean to find similar vectors?</vt:lpstr>
      <vt:lpstr>What is a HSNW Arrangement of Vectors ?</vt:lpstr>
      <vt:lpstr>Vector Search/Semantic Search </vt:lpstr>
      <vt:lpstr>PowerPoint Presentation</vt:lpstr>
      <vt:lpstr>Keyword Search</vt:lpstr>
      <vt:lpstr>PowerPoint Presentation</vt:lpstr>
      <vt:lpstr>Hybrid Search</vt:lpstr>
      <vt:lpstr>PowerPoint Presentation</vt:lpstr>
      <vt:lpstr>Semantic Re-Ranking in Databricks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kuljot bakshi</dc:creator>
  <cp:lastModifiedBy>kuljot bakshi</cp:lastModifiedBy>
  <cp:revision>1</cp:revision>
  <dcterms:created xsi:type="dcterms:W3CDTF">2026-01-13T17:10:05Z</dcterms:created>
  <dcterms:modified xsi:type="dcterms:W3CDTF">2026-01-13T18:13:09Z</dcterms:modified>
</cp:coreProperties>
</file>