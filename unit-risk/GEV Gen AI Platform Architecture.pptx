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411e962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e411e962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e411e962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e411e96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e411e962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e411e962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e411e962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e411e962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e411e962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e411e962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e411e962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e411e962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e411e962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e411e962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e411e962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e411e962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e411e962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e411e962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411e962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e411e962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e411e962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e411e962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e411e962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e411e962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e411e962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e411e962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e411e962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e411e962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e411e962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e411e962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e411e962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e411e962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e411e9626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e411e962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e411e962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e411e962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e411e962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e411e962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e411e9626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e411e9626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e411e9626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e411e9626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e411e9626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e411e9626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e411e962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e411e962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e411e9626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e411e9626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e411e9626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e411e962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e411e9626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be411e9626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e411e9626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e411e9626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e411e9626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e411e9626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e411e9626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be411e9626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e411e962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e411e962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e411e9626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e411e9626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e411e9626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be411e9626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e411e9626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e411e9626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e411e9626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be411e9626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e411e9626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e411e9626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e411e9626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e411e962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e411e9626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be411e9626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e411e9626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be411e9626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e411e9626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e411e9626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e411e9626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be411e9626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e411e962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be411e962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e411e9626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e411e9626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e411e9626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e411e9626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e411e9626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be411e9626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e411e9626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be411e9626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be411e9626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be411e9626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e411e9626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be411e9626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e411e9626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be411e9626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e411e9626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be411e9626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e411e9626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be411e9626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2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4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0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1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2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4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0" name="Google Shape;3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6" name="Google Shape;3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9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0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1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2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8" name="Google Shape;37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5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4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5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2" name="Google Shape;40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6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7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6" name="Google Shape;42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9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43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0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2" name="Google Shape;44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61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62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8" name="Google Shape;45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63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